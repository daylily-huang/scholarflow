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70eeec2696d4581" /><Relationship Type="http://schemas.openxmlformats.org/officeDocument/2006/relationships/notesMaster" Target="/ppt/notesMasters/notesMaster1.xml" Id="Rafb4a98151eb46f4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d0cc5ea8d0c74a67" /><Relationship Type="http://schemas.openxmlformats.org/officeDocument/2006/relationships/notesMaster" Target="/ppt/notesMasters/notesMaster1.xml" Id="Reeaf5a3cd56d4190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1.xml" Id="R9e4b51eb44254abd" /><Relationship Type="http://schemas.openxmlformats.org/officeDocument/2006/relationships/chart" Target="/ppt/charts/chart2.xml" Id="Rc49d4862ef9e4b9a" /><Relationship Type="http://schemas.openxmlformats.org/officeDocument/2006/relationships/notesSlide" Target="/ppt/notesSlides/notesSlide1.xml" Id="R62c7711b81c24dd0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2.xml" Id="R4ef68450f9d14d7b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3.xml" Id="R0f90f39fb5cf47f3" /><Relationship Type="http://schemas.openxmlformats.org/officeDocument/2006/relationships/chart" Target="/ppt/charts/chart4.xml" Id="R5ffc3bee95974730" /><Relationship Type="http://schemas.openxmlformats.org/officeDocument/2006/relationships/chart" Target="/ppt/charts/chart5.xml" Id="R5911ad34a6c7462d" /><Relationship Type="http://schemas.openxmlformats.org/officeDocument/2006/relationships/chart" Target="/ppt/charts/chart6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4.xml" Id="R42f6f6e0deef48f7" /><Relationship Id="evidenceImage1" Type="http://schemas.openxmlformats.org/officeDocument/2006/relationships/image" Target="/ppt/media/evidence_1.png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6810375" y="1057275"/>
            <a:ext cx="5076701" cy="3619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6960796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7167624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280064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7416947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7167624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7167624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6979598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8389793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8502233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8639116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8389793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8389793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8201767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9611962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9724402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9861284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9611962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9611962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9423936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10834131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10946570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11083453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10834131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10834131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10646105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6810375" y="2562225"/>
          <a:ext cx="5076701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304924" y="1057275"/>
            <a:ext cx="5076701" cy="361950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455344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662173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74613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911495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662173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662173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474147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1884342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1996781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2133664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1884342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1884342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1696316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3106511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3218950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3355833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3106511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3106511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2918485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4328680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4441119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4578002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4328680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4328680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4140654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304924" y="2562225"/>
          <a:ext cx="5076701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63570" y="1685544"/>
            <a:ext cx="420426" cy="302133"/>
          </a:xfrm>
          <a:prstGeom prst="roundRect">
            <a:avLst>
              <a:gd name="adj" fmla="val 25221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90676" y="1621155"/>
            <a:ext cx="161326" cy="84201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5787" y="1749933"/>
            <a:ext cx="175992" cy="178308"/>
          </a:xfrm>
          <a:prstGeom prst="ellipse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111" y="1725168"/>
            <a:ext cx="39109" cy="39624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9705" y="211455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7568" y="2684907"/>
            <a:ext cx="332430" cy="312039"/>
          </a:xfrm>
          <a:prstGeom prst="can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9705" y="3133725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7346" y="3669411"/>
            <a:ext cx="317764" cy="386334"/>
          </a:xfrm>
          <a:prstGeom prst="roundRect">
            <a:avLst>
              <a:gd name="adj" fmla="val 23669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900453" y="3634740"/>
            <a:ext cx="146660" cy="7429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9705" y="415290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304800" y="4552950"/>
          <a:ext cx="11582400" cy="1295400"/>
        </p:xfrm>
        <a:graphic>
          <a:graphicData uri="http://schemas.openxmlformats.org/drawingml/2006/table">
            <a:tbl>
              <a:tblPr/>
              <a:tblGrid>
                <a:gridCol w="3068681"/>
                <a:gridCol w="5445038"/>
                <a:gridCol w="3068682"/>
              </a:tblGrid>
              <a:tr h="32385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304800" y="5876925"/>
            <a:ext cx="11582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均匀度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6181601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6303818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6341423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8513123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41" name="l9-state-card-10-41"/>
          <p:cNvSpPr/>
          <p:nvPr/>
        </p:nvSpPr>
        <p:spPr>
          <a:xfrm>
            <a:off x="6379029" y="2114550"/>
            <a:ext cx="2049483" cy="1200150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2685C9"/>
            </a:solidFill>
          </a:ln>
        </p:spPr>
      </p:sp>
      <p:sp>
        <p:nvSpPr>
          <p:cNvPr id="42" name="l9-state-bar-10-42"/>
          <p:cNvSpPr/>
          <p:nvPr/>
        </p:nvSpPr>
        <p:spPr>
          <a:xfrm>
            <a:off x="6379029" y="2114550"/>
            <a:ext cx="2049483" cy="5715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6510647" y="2286000"/>
            <a:ext cx="1786247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43" name="l9-state-card-11-43"/>
          <p:cNvSpPr/>
          <p:nvPr/>
        </p:nvSpPr>
        <p:spPr>
          <a:xfrm>
            <a:off x="9312234" y="2114550"/>
            <a:ext cx="2312719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359A0"/>
            </a:solidFill>
          </a:ln>
        </p:spPr>
      </p:sp>
      <p:sp>
        <p:nvSpPr>
          <p:cNvPr id="44" name="l9-state-bar-11-44"/>
          <p:cNvSpPr/>
          <p:nvPr/>
        </p:nvSpPr>
        <p:spPr>
          <a:xfrm>
            <a:off x="9312234" y="2114550"/>
            <a:ext cx="2312719" cy="571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9443852" y="2286000"/>
            <a:ext cx="204948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641663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30381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313212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435429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473034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2644734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45" name="l9-state-card-23-45"/>
          <p:cNvSpPr/>
          <p:nvPr/>
        </p:nvSpPr>
        <p:spPr>
          <a:xfrm>
            <a:off x="510639" y="2114550"/>
            <a:ext cx="2049483" cy="1200150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2685C9"/>
            </a:solidFill>
          </a:ln>
        </p:spPr>
      </p:sp>
      <p:sp>
        <p:nvSpPr>
          <p:cNvPr id="46" name="l9-state-bar-23-46"/>
          <p:cNvSpPr/>
          <p:nvPr/>
        </p:nvSpPr>
        <p:spPr>
          <a:xfrm>
            <a:off x="510639" y="2114550"/>
            <a:ext cx="2049483" cy="5715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42257" y="2286000"/>
            <a:ext cx="1786247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47" name="l9-state-card-24-47"/>
          <p:cNvSpPr/>
          <p:nvPr/>
        </p:nvSpPr>
        <p:spPr>
          <a:xfrm>
            <a:off x="3443844" y="2114550"/>
            <a:ext cx="2312719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359A0"/>
            </a:solidFill>
          </a:ln>
        </p:spPr>
      </p:sp>
      <p:sp>
        <p:nvSpPr>
          <p:cNvPr id="48" name="l9-state-bar-24-48"/>
          <p:cNvSpPr/>
          <p:nvPr/>
        </p:nvSpPr>
        <p:spPr>
          <a:xfrm>
            <a:off x="3443844" y="2114550"/>
            <a:ext cx="2312719" cy="571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3575462" y="2286000"/>
            <a:ext cx="204948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54824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304800" y="4857750"/>
          <a:ext cx="11582400" cy="1314450"/>
        </p:xfrm>
        <a:graphic>
          <a:graphicData uri="http://schemas.openxmlformats.org/drawingml/2006/table">
            <a:tbl>
              <a:tblPr/>
              <a:tblGrid>
                <a:gridCol w="2648889"/>
                <a:gridCol w="4726450"/>
                <a:gridCol w="4207061"/>
              </a:tblGrid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共同作用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对照设计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3:creationId val="161307495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15144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14287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17430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16573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159166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186507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213847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241188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先讲动态与效应，再回看环境梯度和组间差异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一篇研究如何连接问题、设计与证据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6" name="footer-16"/>
          <p:cNvSpPr txBox="1"/>
          <p:nvPr/>
        </p:nvSpPr>
        <p:spPr>
          <a:xfrm>
            <a:off x="304800" y="6572250"/>
            <a:ext cx="10668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模板示意 · 非真实研究数据</a:t>
            </a:r>
            <a:endParaRPr lang="zh-CN" sz="1050"/>
          </a:p>
        </p:txBody>
      </p:sp>
      <p:sp>
        <p:nvSpPr>
          <p:cNvPr id="17" name="page-number-17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050"/>
          </a:p>
        </p:txBody>
      </p:sp>
      <p:pic>
        <p:nvPicPr>
          <p:cNvPr id="18" name="evidence-main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1847850" y="990600"/>
            <a:ext cx="8496300" cy="4248150"/>
          </a:xfrm>
          <a:prstGeom prst="rect">
            <a:avLst/>
          </a:prstGeom>
        </p:spPr>
      </p:pic>
      <p:sp>
        <p:nvSpPr>
          <p:cNvPr id="19" name="figure-number-caption-19"/>
          <p:cNvSpPr txBox="1"/>
          <p:nvPr/>
        </p:nvSpPr>
        <p:spPr>
          <a:xfrm>
            <a:off x="1847850" y="5314950"/>
            <a:ext cx="84963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20" name="figure-source-20"/>
          <p:cNvSpPr txBox="1"/>
          <p:nvPr/>
        </p:nvSpPr>
        <p:spPr>
          <a:xfrm>
            <a:off x="1847850" y="5600700"/>
            <a:ext cx="849630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1" name="image-boundary-21"/>
          <p:cNvSpPr/>
          <p:nvPr/>
        </p:nvSpPr>
        <p:spPr>
          <a:xfrm>
            <a:off x="1847850" y="990600"/>
            <a:ext cx="8496300" cy="4248150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</p:spTree>
    <p:extLst>
      <p:ext uri="{BB962C8B-B14F-4D97-AF65-F5344CB8AC3E}">
        <ns3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