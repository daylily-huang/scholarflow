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_rels/chart1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3.xlsx" /></Relationships>
</file>

<file path=ppt/charts/_rels/chart1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4.xlsx" /></Relationships>
</file>

<file path=ppt/charts/_rels/chart1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5.xlsx" /></Relationships>
</file>

<file path=ppt/charts/_rels/chart1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6.xlsx" /></Relationships>
</file>

<file path=ppt/charts/_rels/chart1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7.xlsx" /></Relationships>
</file>

<file path=ppt/charts/_rels/chart1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8.xlsx" /></Relationships>
</file>

<file path=ppt/charts/_rels/chart1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9.xlsx" /></Relationships>
</file>

<file path=ppt/charts/_rels/chart2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0.xlsx" /></Relationships>
</file>

<file path=ppt/charts/_rels/chart2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1.xlsx" /></Relationships>
</file>

<file path=ppt/charts/_rels/chart2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2.xlsx" /></Relationships>
</file>

<file path=ppt/charts/_rels/chart2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3.xlsx" /></Relationships>
</file>

<file path=ppt/charts/_rels/chart2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4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EF3F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trendline>
            <c:spPr>
              <a:ln w="19050">
                <a:solidFill>
                  <a:srgbClr val="28463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8A9B81"/>
            </a:solidFill>
            <a:ln w="11430">
              <a:solidFill>
                <a:srgbClr val="28463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8A9B81"/>
            </a:solidFill>
            <a:ln w="11430">
              <a:solidFill>
                <a:srgbClr val="28463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AF0E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28463A"/>
            </a:solidFill>
            <a:ln w="19050">
              <a:solidFill>
                <a:srgbClr val="28463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8562F"/>
            </a:solidFill>
            <a:ln w="19050">
              <a:solidFill>
                <a:srgbClr val="A8562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8562F"/>
              </a:solidFill>
              <a:ln w="8890">
                <a:solidFill>
                  <a:srgbClr val="A8562F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2303A"/>
              </a:solidFill>
              <a:ln w="8890">
                <a:solidFill>
                  <a:srgbClr val="12303A"/>
                </a:solidFill>
              </a:ln>
            </c:spPr>
          </c:marker>
          <c:trendline>
            <c:spPr>
              <a:ln w="19050">
                <a:solidFill>
                  <a:srgbClr val="12303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2303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5D9298"/>
            </a:solidFill>
            <a:ln w="11430">
              <a:solidFill>
                <a:srgbClr val="12303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5D9298"/>
            </a:solidFill>
            <a:ln w="11430">
              <a:solidFill>
                <a:srgbClr val="12303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2303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3F2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2303A"/>
            </a:solidFill>
            <a:ln w="19050">
              <a:solidFill>
                <a:srgbClr val="12303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2303A"/>
              </a:solidFill>
              <a:ln w="8890">
                <a:solidFill>
                  <a:srgbClr val="12303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08026"/>
            </a:solidFill>
            <a:ln w="19050">
              <a:solidFill>
                <a:srgbClr val="B08026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08026"/>
              </a:solidFill>
              <a:ln w="8890">
                <a:solidFill>
                  <a:srgbClr val="B08026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2303A"/>
              </a:solidFill>
              <a:ln w="8890">
                <a:solidFill>
                  <a:srgbClr val="12303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2303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6E293C"/>
              </a:solidFill>
              <a:ln w="8890">
                <a:solidFill>
                  <a:srgbClr val="6E293C"/>
                </a:solidFill>
              </a:ln>
            </c:spPr>
          </c:marker>
          <c:trendline>
            <c:spPr>
              <a:ln w="19050">
                <a:solidFill>
                  <a:srgbClr val="6E293C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6E293C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66859A"/>
            </a:solidFill>
            <a:ln w="11430">
              <a:solidFill>
                <a:srgbClr val="6E293C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66859A"/>
            </a:solidFill>
            <a:ln w="11430">
              <a:solidFill>
                <a:srgbClr val="6E293C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6E293C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F4ECEE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6E293C"/>
            </a:solidFill>
            <a:ln w="19050">
              <a:solidFill>
                <a:srgbClr val="6E293C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6E293C"/>
              </a:solidFill>
              <a:ln w="8890">
                <a:solidFill>
                  <a:srgbClr val="6E293C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97738"/>
            </a:solidFill>
            <a:ln w="19050">
              <a:solidFill>
                <a:srgbClr val="A97738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97738"/>
              </a:solidFill>
              <a:ln w="8890">
                <a:solidFill>
                  <a:srgbClr val="A97738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6E293C"/>
              </a:solidFill>
              <a:ln w="8890">
                <a:solidFill>
                  <a:srgbClr val="6E293C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6E293C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3F2F7A"/>
              </a:solidFill>
              <a:ln w="8890">
                <a:solidFill>
                  <a:srgbClr val="3F2F7A"/>
                </a:solidFill>
              </a:ln>
            </c:spPr>
          </c:marker>
          <c:trendline>
            <c:spPr>
              <a:ln w="19050">
                <a:solidFill>
                  <a:srgbClr val="3F2F7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3F2F7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8C84AE"/>
            </a:solidFill>
            <a:ln w="11430">
              <a:solidFill>
                <a:srgbClr val="3F2F7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8C84AE"/>
            </a:solidFill>
            <a:ln w="11430">
              <a:solidFill>
                <a:srgbClr val="3F2F7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3F2F7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F0EEF7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3F2F7A"/>
            </a:solidFill>
            <a:ln w="19050">
              <a:solidFill>
                <a:srgbClr val="3F2F7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3F2F7A"/>
              </a:solidFill>
              <a:ln w="8890">
                <a:solidFill>
                  <a:srgbClr val="3F2F7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58116"/>
            </a:solidFill>
            <a:ln w="19050">
              <a:solidFill>
                <a:srgbClr val="A58116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58116"/>
              </a:solidFill>
              <a:ln w="8890">
                <a:solidFill>
                  <a:srgbClr val="A58116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3F2F7A"/>
              </a:solidFill>
              <a:ln w="8890">
                <a:solidFill>
                  <a:srgbClr val="3F2F7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3F2F7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trendline>
            <c:spPr>
              <a:ln w="19050">
                <a:solidFill>
                  <a:srgbClr val="087F9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6A9DAA"/>
            </a:solidFill>
            <a:ln w="11430">
              <a:solidFill>
                <a:srgbClr val="087F9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6A9DAA"/>
            </a:solidFill>
            <a:ln w="11430">
              <a:solidFill>
                <a:srgbClr val="087F9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FF8FB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087F9A"/>
            </a:solidFill>
            <a:ln w="19050">
              <a:solidFill>
                <a:srgbClr val="087F9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D15B55"/>
            </a:solidFill>
            <a:ln w="19050">
              <a:solidFill>
                <a:srgbClr val="D15B5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D15B55"/>
              </a:solidFill>
              <a:ln w="8890">
                <a:solidFill>
                  <a:srgbClr val="D15B55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4cf529f6e1c7487c" /><Relationship Type="http://schemas.openxmlformats.org/officeDocument/2006/relationships/notesMaster" Target="/ppt/notesMasters/notesMaster1.xml" Id="Rf4725e7255104779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4cf529f6e1c7487c" /><Relationship Type="http://schemas.openxmlformats.org/officeDocument/2006/relationships/notesMaster" Target="/ppt/notesMasters/notesMaster1.xml" Id="Rf4725e7255104779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4cf529f6e1c7487c" /><Relationship Type="http://schemas.openxmlformats.org/officeDocument/2006/relationships/notesMaster" Target="/ppt/notesMasters/notesMaster1.xml" Id="Rf4725e7255104779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4cf529f6e1c7487c" /><Relationship Type="http://schemas.openxmlformats.org/officeDocument/2006/relationships/notesMaster" Target="/ppt/notesMasters/notesMaster1.xml" Id="Rf4725e7255104779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cf529f6e1c7487c" /><Relationship Type="http://schemas.openxmlformats.org/officeDocument/2006/relationships/notesMaster" Target="/ppt/notesMasters/notesMaster1.xml" Id="Rf4725e7255104779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P3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P4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1.xml" Id="R0f90f39fb5cf47f3" /><Relationship Type="http://schemas.openxmlformats.org/officeDocument/2006/relationships/chart" Target="/ppt/charts/chart2.xml" Id="R5ffc3bee95974730" /><Relationship Type="http://schemas.openxmlformats.org/officeDocument/2006/relationships/chart" Target="/ppt/charts/chart3.xml" Id="R5911ad34a6c7462d" /><Relationship Type="http://schemas.openxmlformats.org/officeDocument/2006/relationships/chart" Target="/ppt/charts/chart4.xml" Id="Rffaaf39a0267400e" /><Relationship Type="http://schemas.openxmlformats.org/officeDocument/2006/relationships/notesSlide" Target="/ppt/notesSlides/notesSlide1.xml" Id="R0674bcd17bcf4ba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5.xml" Id="R0f90f39fb5cf47f3" /><Relationship Type="http://schemas.openxmlformats.org/officeDocument/2006/relationships/chart" Target="/ppt/charts/chart6.xml" Id="R5ffc3bee95974730" /><Relationship Type="http://schemas.openxmlformats.org/officeDocument/2006/relationships/chart" Target="/ppt/charts/chart7.xml" Id="R5911ad34a6c7462d" /><Relationship Type="http://schemas.openxmlformats.org/officeDocument/2006/relationships/chart" Target="/ppt/charts/chart8.xml" Id="Rffaaf39a0267400e" /><Relationship Type="http://schemas.openxmlformats.org/officeDocument/2006/relationships/notesSlide" Target="/ppt/notesSlides/notesSlide2.xml" Id="R0674bcd17bcf4ba2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13.xml" Id="R0f90f39fb5cf47f3" /><Relationship Type="http://schemas.openxmlformats.org/officeDocument/2006/relationships/chart" Target="/ppt/charts/chart14.xml" Id="R5ffc3bee95974730" /><Relationship Type="http://schemas.openxmlformats.org/officeDocument/2006/relationships/chart" Target="/ppt/charts/chart15.xml" Id="R5911ad34a6c7462d" /><Relationship Type="http://schemas.openxmlformats.org/officeDocument/2006/relationships/chart" Target="/ppt/charts/chart16.xml" Id="Rffaaf39a0267400e" /><Relationship Type="http://schemas.openxmlformats.org/officeDocument/2006/relationships/notesSlide" Target="/ppt/notesSlides/notesSlide4.xml" Id="R0674bcd17bcf4ba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17.xml" Id="R0f90f39fb5cf47f3" /><Relationship Type="http://schemas.openxmlformats.org/officeDocument/2006/relationships/chart" Target="/ppt/charts/chart18.xml" Id="R5ffc3bee95974730" /><Relationship Type="http://schemas.openxmlformats.org/officeDocument/2006/relationships/chart" Target="/ppt/charts/chart19.xml" Id="R5911ad34a6c7462d" /><Relationship Type="http://schemas.openxmlformats.org/officeDocument/2006/relationships/chart" Target="/ppt/charts/chart20.xml" Id="Rffaaf39a0267400e" /><Relationship Type="http://schemas.openxmlformats.org/officeDocument/2006/relationships/notesSlide" Target="/ppt/notesSlides/notesSlide5.xml" Id="R0674bcd17bcf4ba2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21.xml" Id="R0f90f39fb5cf47f3" /><Relationship Type="http://schemas.openxmlformats.org/officeDocument/2006/relationships/chart" Target="/ppt/charts/chart22.xml" Id="R5ffc3bee95974730" /><Relationship Type="http://schemas.openxmlformats.org/officeDocument/2006/relationships/chart" Target="/ppt/charts/chart23.xml" Id="R5911ad34a6c7462d" /><Relationship Type="http://schemas.openxmlformats.org/officeDocument/2006/relationships/chart" Target="/ppt/charts/chart24.xml" Id="Rffaaf39a0267400e" /><Relationship Type="http://schemas.openxmlformats.org/officeDocument/2006/relationships/notesSlide" Target="/ppt/notesSlides/notesSlide6.xml" Id="R0674bcd17bcf4ba2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配色样板｜蓝白朱红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配色样板｜松绿米白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28463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28463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8562F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配色样板｜石墨青金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2303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DCDE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DF3F2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2303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DCDE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DF3F2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2303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DCDE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DF3F2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2303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2303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B08026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B08026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DCDE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DF3F2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2303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DF3F2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2303A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D9298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配色样板｜酒红灰蓝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6E293C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DBDE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4ECEE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6E293C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DBDE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4ECEE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6E293C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DBDE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4ECEE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6E293C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6E293C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97738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97738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DBDE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4ECEE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6E293C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F4ECEE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6E293C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859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配色样板｜靛紫芥黄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3F2F7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3F2F7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58116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配色样板｜湖蓝珊瑚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E9EE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FF8FB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E9EE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FF8FB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E9EE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FF8FB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087F9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D15B55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E9EE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FF8FB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FF8FB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A9DA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