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lineChart>
        <c:grouping val="standard"/>
        <c:varyColors val="0"/>
        <c:ser>
          <c:idx val="0"/>
          <c:order val="0"/>
          <c:tx>
            <c:v>林内样点</c:v>
          </c:tx>
          <c:spPr>
            <a:solidFill>
              <a:srgbClr val="087F9A"/>
            </a:solidFill>
            <a:ln w="19050">
              <a:solidFill>
                <a:srgbClr val="087F9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087F9A"/>
              </a:solidFill>
              <a:ln w="8890">
                <a:solidFill>
                  <a:srgbClr val="087F9A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26</c:v>
                </c:pt>
                <c:pt idx="1">
                  <c:v>35</c:v>
                </c:pt>
                <c:pt idx="2">
                  <c:v>47</c:v>
                </c:pt>
                <c:pt idx="3">
                  <c:v>62</c:v>
                </c:pt>
                <c:pt idx="4">
                  <c:v>54</c:v>
                </c:pt>
                <c:pt idx="5">
                  <c:v>40</c:v>
                </c:pt>
                <c:pt idx="6">
                  <c:v>38</c:v>
                </c:pt>
                <c:pt idx="7">
                  <c:v>45</c:v>
                </c:pt>
                <c:pt idx="8">
                  <c:v>69</c:v>
                </c:pt>
                <c:pt idx="9">
                  <c:v>78</c:v>
                </c:pt>
                <c:pt idx="10">
                  <c:v>59</c:v>
                </c:pt>
                <c:pt idx="11">
                  <c:v>44</c:v>
                </c:pt>
              </c:numCache>
            </c:numRef>
          </c:val>
          <c:smooth val="0"/>
        </c:ser>
        <c:ser>
          <c:idx val="1"/>
          <c:order val="1"/>
          <c:tx>
            <c:v>林缘样点</c:v>
          </c:tx>
          <c:spPr>
            <a:solidFill>
              <a:srgbClr val="CB4442"/>
            </a:solidFill>
            <a:ln w="19050">
              <a:solidFill>
                <a:srgbClr val="CB444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CB4442"/>
              </a:solidFill>
              <a:ln w="8890">
                <a:solidFill>
                  <a:srgbClr val="CB4442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18</c:v>
                </c:pt>
                <c:pt idx="1">
                  <c:v>21</c:v>
                </c:pt>
                <c:pt idx="2">
                  <c:v>29</c:v>
                </c:pt>
                <c:pt idx="3">
                  <c:v>33</c:v>
                </c:pt>
                <c:pt idx="4">
                  <c:v>26</c:v>
                </c:pt>
                <c:pt idx="5">
                  <c:v>22</c:v>
                </c:pt>
                <c:pt idx="6">
                  <c:v>30</c:v>
                </c:pt>
                <c:pt idx="7">
                  <c:v>35</c:v>
                </c:pt>
                <c:pt idx="8">
                  <c:v>41</c:v>
                </c:pt>
                <c:pt idx="9">
                  <c:v>52</c:v>
                </c:pt>
                <c:pt idx="10">
                  <c:v>36</c:v>
                </c:pt>
                <c:pt idx="11">
                  <c:v>28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087F9A"/>
              </a:solidFill>
              <a:ln w="8890">
                <a:solidFill>
                  <a:srgbClr val="087F9A"/>
                </a:solidFill>
              </a:ln>
            </c:spPr>
          </c:marker>
          <c:trendline>
            <c:spPr>
              <a:ln w="19050">
                <a:solidFill>
                  <a:srgbClr val="087F9A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Data'!$A$2:$A$26</c:f>
              <c:numCache>
                <c:formatCode>General</c:formatCode>
                <c:ptCount val="25"/>
                <c:pt idx="0">
                  <c:v>0</c:v>
                </c:pt>
                <c:pt idx="1">
                  <c:v>0.042</c:v>
                </c:pt>
                <c:pt idx="2">
                  <c:v>0.083</c:v>
                </c:pt>
                <c:pt idx="3">
                  <c:v>0.125</c:v>
                </c:pt>
                <c:pt idx="4">
                  <c:v>0.167</c:v>
                </c:pt>
                <c:pt idx="5">
                  <c:v>0.208</c:v>
                </c:pt>
                <c:pt idx="6">
                  <c:v>0.25</c:v>
                </c:pt>
                <c:pt idx="7">
                  <c:v>0.292</c:v>
                </c:pt>
                <c:pt idx="8">
                  <c:v>0.333</c:v>
                </c:pt>
                <c:pt idx="9">
                  <c:v>0.375</c:v>
                </c:pt>
                <c:pt idx="10">
                  <c:v>0.417</c:v>
                </c:pt>
                <c:pt idx="11">
                  <c:v>0.458</c:v>
                </c:pt>
                <c:pt idx="12">
                  <c:v>0.5</c:v>
                </c:pt>
                <c:pt idx="13">
                  <c:v>0.542</c:v>
                </c:pt>
                <c:pt idx="14">
                  <c:v>0.583</c:v>
                </c:pt>
                <c:pt idx="15">
                  <c:v>0.625</c:v>
                </c:pt>
                <c:pt idx="16">
                  <c:v>0.667</c:v>
                </c:pt>
                <c:pt idx="17">
                  <c:v>0.708</c:v>
                </c:pt>
                <c:pt idx="18">
                  <c:v>0.75</c:v>
                </c:pt>
                <c:pt idx="19">
                  <c:v>0.792</c:v>
                </c:pt>
                <c:pt idx="20">
                  <c:v>0.833</c:v>
                </c:pt>
                <c:pt idx="21">
                  <c:v>0.875</c:v>
                </c:pt>
                <c:pt idx="22">
                  <c:v>0.917</c:v>
                </c:pt>
                <c:pt idx="23">
                  <c:v>0.958</c:v>
                </c:pt>
                <c:pt idx="24">
                  <c:v>1</c:v>
                </c:pt>
              </c:numCache>
            </c:numRef>
          </c:xVal>
          <c:yVal>
            <c:numRef>
              <c:f>'Chart Data'!$B$2:$B$26</c:f>
              <c:numCache>
                <c:formatCode>General</c:formatCode>
                <c:ptCount val="25"/>
                <c:pt idx="0">
                  <c:v>30</c:v>
                </c:pt>
                <c:pt idx="1">
                  <c:v>37.27</c:v>
                </c:pt>
                <c:pt idx="2">
                  <c:v>29.48</c:v>
                </c:pt>
                <c:pt idx="3">
                  <c:v>31.45</c:v>
                </c:pt>
                <c:pt idx="4">
                  <c:v>42.15</c:v>
                </c:pt>
                <c:pt idx="5">
                  <c:v>37.45</c:v>
                </c:pt>
                <c:pt idx="6">
                  <c:v>33.98</c:v>
                </c:pt>
                <c:pt idx="7">
                  <c:v>45.11</c:v>
                </c:pt>
                <c:pt idx="8">
                  <c:v>45.57</c:v>
                </c:pt>
                <c:pt idx="9">
                  <c:v>38.35</c:v>
                </c:pt>
                <c:pt idx="10">
                  <c:v>46.75</c:v>
                </c:pt>
                <c:pt idx="11">
                  <c:v>52.73</c:v>
                </c:pt>
                <c:pt idx="12">
                  <c:v>44.66</c:v>
                </c:pt>
                <c:pt idx="13">
                  <c:v>48.08</c:v>
                </c:pt>
                <c:pt idx="14">
                  <c:v>58.12</c:v>
                </c:pt>
                <c:pt idx="15">
                  <c:v>52.41</c:v>
                </c:pt>
                <c:pt idx="16">
                  <c:v>50.25</c:v>
                </c:pt>
                <c:pt idx="17">
                  <c:v>61.54</c:v>
                </c:pt>
                <c:pt idx="18">
                  <c:v>60.6</c:v>
                </c:pt>
                <c:pt idx="19">
                  <c:v>54.1</c:v>
                </c:pt>
                <c:pt idx="20">
                  <c:v>63.43</c:v>
                </c:pt>
                <c:pt idx="21">
                  <c:v>68.1</c:v>
                </c:pt>
                <c:pt idx="22">
                  <c:v>59.93</c:v>
                </c:pt>
                <c:pt idx="23">
                  <c:v>64.73</c:v>
                </c:pt>
                <c:pt idx="24">
                  <c:v>73.99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独立记录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087F9A"/>
              </a:solidFill>
              <a:ln w="8890">
                <a:solidFill>
                  <a:srgbClr val="087F9A"/>
                </a:solidFill>
              </a:ln>
            </c:spPr>
          </c:marker>
          <c:trendline>
            <c:spPr>
              <a:ln w="19050">
                <a:solidFill>
                  <a:srgbClr val="087F9A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Data'!$A$2:$A$26</c:f>
              <c:numCache>
                <c:formatCode>General</c:formatCode>
                <c:ptCount val="25"/>
                <c:pt idx="0">
                  <c:v>0</c:v>
                </c:pt>
                <c:pt idx="1">
                  <c:v>0.042</c:v>
                </c:pt>
                <c:pt idx="2">
                  <c:v>0.083</c:v>
                </c:pt>
                <c:pt idx="3">
                  <c:v>0.125</c:v>
                </c:pt>
                <c:pt idx="4">
                  <c:v>0.167</c:v>
                </c:pt>
                <c:pt idx="5">
                  <c:v>0.208</c:v>
                </c:pt>
                <c:pt idx="6">
                  <c:v>0.25</c:v>
                </c:pt>
                <c:pt idx="7">
                  <c:v>0.292</c:v>
                </c:pt>
                <c:pt idx="8">
                  <c:v>0.333</c:v>
                </c:pt>
                <c:pt idx="9">
                  <c:v>0.375</c:v>
                </c:pt>
                <c:pt idx="10">
                  <c:v>0.417</c:v>
                </c:pt>
                <c:pt idx="11">
                  <c:v>0.458</c:v>
                </c:pt>
                <c:pt idx="12">
                  <c:v>0.5</c:v>
                </c:pt>
                <c:pt idx="13">
                  <c:v>0.542</c:v>
                </c:pt>
                <c:pt idx="14">
                  <c:v>0.583</c:v>
                </c:pt>
                <c:pt idx="15">
                  <c:v>0.625</c:v>
                </c:pt>
                <c:pt idx="16">
                  <c:v>0.667</c:v>
                </c:pt>
                <c:pt idx="17">
                  <c:v>0.708</c:v>
                </c:pt>
                <c:pt idx="18">
                  <c:v>0.75</c:v>
                </c:pt>
                <c:pt idx="19">
                  <c:v>0.792</c:v>
                </c:pt>
                <c:pt idx="20">
                  <c:v>0.833</c:v>
                </c:pt>
                <c:pt idx="21">
                  <c:v>0.875</c:v>
                </c:pt>
                <c:pt idx="22">
                  <c:v>0.917</c:v>
                </c:pt>
                <c:pt idx="23">
                  <c:v>0.958</c:v>
                </c:pt>
                <c:pt idx="24">
                  <c:v>1</c:v>
                </c:pt>
              </c:numCache>
            </c:numRef>
          </c:xVal>
          <c:yVal>
            <c:numRef>
              <c:f>'Chart Data'!$B$2:$B$26</c:f>
              <c:numCache>
                <c:formatCode>General</c:formatCode>
                <c:ptCount val="25"/>
                <c:pt idx="0">
                  <c:v>30</c:v>
                </c:pt>
                <c:pt idx="1">
                  <c:v>37.27</c:v>
                </c:pt>
                <c:pt idx="2">
                  <c:v>29.48</c:v>
                </c:pt>
                <c:pt idx="3">
                  <c:v>31.45</c:v>
                </c:pt>
                <c:pt idx="4">
                  <c:v>42.15</c:v>
                </c:pt>
                <c:pt idx="5">
                  <c:v>37.45</c:v>
                </c:pt>
                <c:pt idx="6">
                  <c:v>33.98</c:v>
                </c:pt>
                <c:pt idx="7">
                  <c:v>45.11</c:v>
                </c:pt>
                <c:pt idx="8">
                  <c:v>45.57</c:v>
                </c:pt>
                <c:pt idx="9">
                  <c:v>38.35</c:v>
                </c:pt>
                <c:pt idx="10">
                  <c:v>46.75</c:v>
                </c:pt>
                <c:pt idx="11">
                  <c:v>52.73</c:v>
                </c:pt>
                <c:pt idx="12">
                  <c:v>44.66</c:v>
                </c:pt>
                <c:pt idx="13">
                  <c:v>48.08</c:v>
                </c:pt>
                <c:pt idx="14">
                  <c:v>58.12</c:v>
                </c:pt>
                <c:pt idx="15">
                  <c:v>52.41</c:v>
                </c:pt>
                <c:pt idx="16">
                  <c:v>50.25</c:v>
                </c:pt>
                <c:pt idx="17">
                  <c:v>61.54</c:v>
                </c:pt>
                <c:pt idx="18">
                  <c:v>60.6</c:v>
                </c:pt>
                <c:pt idx="19">
                  <c:v>54.1</c:v>
                </c:pt>
                <c:pt idx="20">
                  <c:v>63.43</c:v>
                </c:pt>
                <c:pt idx="21">
                  <c:v>68.1</c:v>
                </c:pt>
                <c:pt idx="22">
                  <c:v>59.93</c:v>
                </c:pt>
                <c:pt idx="23">
                  <c:v>64.73</c:v>
                </c:pt>
                <c:pt idx="24">
                  <c:v>73.99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独立记录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0.093</c:v>
                </c:pt>
                <c:pt idx="1">
                  <c:v>0.093</c:v>
                </c:pt>
                <c:pt idx="2">
                  <c:v>0.093</c:v>
                </c:pt>
              </c:numLit>
            </c:minus>
            <c:spPr>
              <a:ln w="15240">
                <a:solidFill>
                  <a:srgbClr val="087F9A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林内</c:v>
                </c:pt>
                <c:pt idx="1">
                  <c:v>林缘</c:v>
                </c:pt>
                <c:pt idx="2">
                  <c:v>廊道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1.449</c:v>
                </c:pt>
                <c:pt idx="1">
                  <c:v>0.949</c:v>
                </c:pt>
                <c:pt idx="2">
                  <c:v>1.199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20A9BC"/>
            </a:solidFill>
            <a:ln w="11430">
              <a:solidFill>
                <a:srgbClr val="087F9A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林内</c:v>
                </c:pt>
                <c:pt idx="1">
                  <c:v>林缘</c:v>
                </c:pt>
                <c:pt idx="2">
                  <c:v>廊道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0.09</c:v>
                </c:pt>
                <c:pt idx="1">
                  <c:v>0.09</c:v>
                </c:pt>
                <c:pt idx="2">
                  <c:v>0.09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20A9BC"/>
            </a:solidFill>
            <a:ln w="11430">
              <a:solidFill>
                <a:srgbClr val="087F9A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0.09375</c:v>
                </c:pt>
                <c:pt idx="1">
                  <c:v>0.09375</c:v>
                </c:pt>
                <c:pt idx="2">
                  <c:v>0.09375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087F9A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林内</c:v>
                </c:pt>
                <c:pt idx="1">
                  <c:v>林缘</c:v>
                </c:pt>
                <c:pt idx="2">
                  <c:v>廊道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0.09825</c:v>
                </c:pt>
                <c:pt idx="1">
                  <c:v>0.09825</c:v>
                </c:pt>
                <c:pt idx="2">
                  <c:v>0.09825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1.07</c:v>
                </c:pt>
                <c:pt idx="1">
                  <c:v>1.05</c:v>
                </c:pt>
                <c:pt idx="2">
                  <c:v>0.96</c:v>
                </c:pt>
                <c:pt idx="3">
                  <c:v>0.83</c:v>
                </c:pt>
                <c:pt idx="4">
                  <c:v>0.7</c:v>
                </c:pt>
                <c:pt idx="5">
                  <c:v>0.61</c:v>
                </c:pt>
                <c:pt idx="6">
                  <c:v>0.59</c:v>
                </c:pt>
                <c:pt idx="7">
                  <c:v>0.65</c:v>
                </c:pt>
                <c:pt idx="8">
                  <c:v>0.78</c:v>
                </c:pt>
                <c:pt idx="9">
                  <c:v>0.95</c:v>
                </c:pt>
                <c:pt idx="10">
                  <c:v>1.12</c:v>
                </c:pt>
                <c:pt idx="11">
                  <c:v>1.25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FFBFF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0.26</c:v>
                </c:pt>
                <c:pt idx="1">
                  <c:v>0.26</c:v>
                </c:pt>
                <c:pt idx="2">
                  <c:v>0.26</c:v>
                </c:pt>
                <c:pt idx="3">
                  <c:v>0.26</c:v>
                </c:pt>
                <c:pt idx="4">
                  <c:v>0.26</c:v>
                </c:pt>
                <c:pt idx="5">
                  <c:v>0.26</c:v>
                </c:pt>
                <c:pt idx="6">
                  <c:v>0.26</c:v>
                </c:pt>
                <c:pt idx="7">
                  <c:v>0.26</c:v>
                </c:pt>
                <c:pt idx="8">
                  <c:v>0.26</c:v>
                </c:pt>
                <c:pt idx="9">
                  <c:v>0.26</c:v>
                </c:pt>
                <c:pt idx="10">
                  <c:v>0.26</c:v>
                </c:pt>
                <c:pt idx="11">
                  <c:v>0.26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本期监测</c:v>
          </c:tx>
          <c:spPr>
            <a:solidFill>
              <a:srgbClr val="087F9A"/>
            </a:solidFill>
            <a:ln w="19050">
              <a:solidFill>
                <a:srgbClr val="087F9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087F9A"/>
              </a:solidFill>
              <a:ln w="8890">
                <a:solidFill>
                  <a:srgbClr val="087F9A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1.2</c:v>
                </c:pt>
                <c:pt idx="1">
                  <c:v>1.18</c:v>
                </c:pt>
                <c:pt idx="2">
                  <c:v>1.09</c:v>
                </c:pt>
                <c:pt idx="3">
                  <c:v>0.96</c:v>
                </c:pt>
                <c:pt idx="4">
                  <c:v>0.83</c:v>
                </c:pt>
                <c:pt idx="5">
                  <c:v>0.74</c:v>
                </c:pt>
                <c:pt idx="6">
                  <c:v>0.72</c:v>
                </c:pt>
                <c:pt idx="7">
                  <c:v>0.78</c:v>
                </c:pt>
                <c:pt idx="8">
                  <c:v>0.91</c:v>
                </c:pt>
                <c:pt idx="9">
                  <c:v>1.08</c:v>
                </c:pt>
                <c:pt idx="10">
                  <c:v>1.25</c:v>
                </c:pt>
                <c:pt idx="11">
                  <c:v>1.38</c:v>
                </c:pt>
              </c:numCache>
            </c:numRef>
          </c:val>
          <c:smooth val="0"/>
        </c:ser>
        <c:ser>
          <c:idx val="3"/>
          <c:order val="3"/>
          <c:tx>
            <c:v>前期监测</c:v>
          </c:tx>
          <c:spPr>
            <a:solidFill>
              <a:srgbClr val="CB4442"/>
            </a:solidFill>
            <a:ln w="19050">
              <a:solidFill>
                <a:srgbClr val="CB444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CB4442"/>
              </a:solidFill>
              <a:ln w="8890">
                <a:solidFill>
                  <a:srgbClr val="CB4442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0.85</c:v>
                </c:pt>
                <c:pt idx="1">
                  <c:v>0.83</c:v>
                </c:pt>
                <c:pt idx="2">
                  <c:v>0.74</c:v>
                </c:pt>
                <c:pt idx="3">
                  <c:v>0.61</c:v>
                </c:pt>
                <c:pt idx="4">
                  <c:v>0.48</c:v>
                </c:pt>
                <c:pt idx="5">
                  <c:v>0.39</c:v>
                </c:pt>
                <c:pt idx="6">
                  <c:v>0.37</c:v>
                </c:pt>
                <c:pt idx="7">
                  <c:v>0.43</c:v>
                </c:pt>
                <c:pt idx="8">
                  <c:v>0.56</c:v>
                </c:pt>
                <c:pt idx="9">
                  <c:v>0.73</c:v>
                </c:pt>
                <c:pt idx="10">
                  <c:v>0.9</c:v>
                </c:pt>
                <c:pt idx="11">
                  <c:v>1.03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3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087F9A"/>
              </a:solidFill>
              <a:ln w="8890">
                <a:solidFill>
                  <a:srgbClr val="087F9A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0.18</c:v>
                </c:pt>
              </c:numLit>
            </c:plus>
            <c:minus>
              <c:numLit>
                <c:formatCode>General</c:formatCode>
                <c:ptCount val="4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087F9A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0.43</c:v>
                </c:pt>
                <c:pt idx="1">
                  <c:v>0.22</c:v>
                </c:pt>
                <c:pt idx="2">
                  <c:v>0.32</c:v>
                </c:pt>
                <c:pt idx="3">
                  <c:v>-0.27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1567c83f4b6a4b74" /><Relationship Type="http://schemas.openxmlformats.org/officeDocument/2006/relationships/notesMaster" Target="/ppt/notesMasters/notesMaster1.xml" Id="R0926ce8f21de4b11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9a7bfe174d0e4ccf" /><Relationship Type="http://schemas.openxmlformats.org/officeDocument/2006/relationships/notesMaster" Target="/ppt/notesMasters/notesMaster1.xml" Id="R0c5b9a79d98d42ed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4cf529f6e1c7487c" /><Relationship Type="http://schemas.openxmlformats.org/officeDocument/2006/relationships/notesMaster" Target="/ppt/notesMasters/notesMaster1.xml" Id="Rf4725e7255104779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1a98765aa4d045e3" /><Relationship Type="http://schemas.openxmlformats.org/officeDocument/2006/relationships/notesMaster" Target="/ppt/notesMasters/notesMaster1.xml" Id="Rf71fc11f984e4167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人工构造的生态学教学示意，仅检验模板稳定性；不代表文献结论或真实实验结果。</a:t>
            </a:r>
            <a:endParaRPr/>
          </a:p>
          <a:p>
            <a:r>
              <a:rPr/>
              <a:t>Layout: L4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人工构造的生态学教学示意，仅检验模板稳定性；不代表文献结论或真实实验结果。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本样板合成示意数据；区间为人工设定上下界，不代表统计置信区间。</a:t>
            </a:r>
            <a:endParaRPr/>
          </a:p>
          <a:p>
            <a:r>
              <a:rPr/>
              <a:t>charts.1: 本样板合成示意数据；区间为人工设定上下界，不代表统计置信区间。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人工构造的生态学教学示意，仅检验模板稳定性；不代表文献结论或真实实验结果。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本样板合成示意数据；区间为人工设定上下界，不代表统计置信区间。</a:t>
            </a:r>
            <a:endParaRPr/>
          </a:p>
          <a:p>
            <a:r>
              <a:rPr/>
              <a:t>charts.1: 本样板合成示意数据；区间为人工设定上下界，不代表统计置信区间。</a:t>
            </a:r>
            <a:endParaRPr/>
          </a:p>
          <a:p>
            <a:r>
              <a:rPr/>
              <a:t>charts.2: 本样板合成示意数据；区间为人工设定上下界，不代表统计置信区间。</a:t>
            </a:r>
            <a:endParaRPr/>
          </a:p>
          <a:p>
            <a:r>
              <a:rPr/>
              <a:t>charts.3: 本样板合成示意数据；区间为人工设定上下界，不代表统计置信区间。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人工构造的生态学教学示意，仅检验模板稳定性；不代表文献结论或真实实验结果。</a:t>
            </a:r>
            <a:endParaRPr/>
          </a:p>
          <a:p>
            <a:r>
              <a:rPr/>
              <a:t>Layout: L12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3495a616070428b" /><Relationship Type="http://schemas.openxmlformats.org/officeDocument/2006/relationships/notesSlide" Target="/ppt/notesSlides/notesSlide1.xml" Id="Rece6f4e963464ce2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1.xml" Id="Rd2fd00bda74e4d93" /><Relationship Type="http://schemas.openxmlformats.org/officeDocument/2006/relationships/chart" Target="/ppt/charts/chart2.xml" Id="Re728cd7a426649f7" /><Relationship Type="http://schemas.openxmlformats.org/officeDocument/2006/relationships/notesSlide" Target="/ppt/notesSlides/notesSlide2.xml" Id="R4c85476b41b04e9a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3.xml" Id="R0f90f39fb5cf47f3" /><Relationship Type="http://schemas.openxmlformats.org/officeDocument/2006/relationships/chart" Target="/ppt/charts/chart4.xml" Id="R5ffc3bee95974730" /><Relationship Type="http://schemas.openxmlformats.org/officeDocument/2006/relationships/chart" Target="/ppt/charts/chart5.xml" Id="R5911ad34a6c7462d" /><Relationship Type="http://schemas.openxmlformats.org/officeDocument/2006/relationships/chart" Target="/ppt/charts/chart6.xml" Id="Rffaaf39a0267400e" /><Relationship Type="http://schemas.openxmlformats.org/officeDocument/2006/relationships/notesSlide" Target="/ppt/notesSlides/notesSlide3.xml" Id="R0674bcd17bcf4ba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049694d72264f0a" /><Relationship Type="http://schemas.openxmlformats.org/officeDocument/2006/relationships/notesSlide" Target="/ppt/notesSlides/notesSlide4.xml" Id="Rb9024c2dfc9c419a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3" name="text-312">
            <a:extLst>
              <a:ext uri="{FF2B5EF4-FFF2-40B4-BE49-F238E27FC236}">
                <ns2:creationId id="{DB74890F-FA42-414A-897E-CCB303FA2F13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实验进展｜相机监测与记录复核状态</a:t>
            </a:r>
            <a:endParaRPr/>
          </a:p>
        </p:txBody>
      </p:sp>
      <p:sp>
        <p:nvSpPr>
          <p:cNvPr id="2" name="line-313">
            <a:extLst>
              <a:ext uri="{FF2B5EF4-FFF2-40B4-BE49-F238E27FC236}">
                <ns2:creationId id="{AFAB16AE-3C42-42C8-91A9-84D743EA424C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087F9A"/>
            </a:solidFill>
            <a:prstDash val="solid"/>
          </a:ln>
        </p:spPr>
      </p:sp>
      <p:sp>
        <p:nvSpPr>
          <p:cNvPr id="3" name="vector-314">
            <a:extLst>
              <a:ext uri="{FF2B5EF4-FFF2-40B4-BE49-F238E27FC236}">
                <ns2:creationId id="{FC205774-5933-4288-A78A-0752A8B13887}"/>
              </a:ext>
            </a:extLst>
          </p:cNvPr>
          <p:cNvSpPr>
            <a:spLocks noGrp="1"/>
          </p:cNvSpPr>
          <p:nvPr/>
        </p:nvSpPr>
        <p:spPr>
          <a:xfrm>
            <a:off x="530431" y="1076325"/>
            <a:ext cx="460664" cy="4667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4" name="vector-315">
            <a:extLst>
              <a:ext uri="{FF2B5EF4-FFF2-40B4-BE49-F238E27FC236}">
                <ns2:creationId id="{F1CD73A7-35C2-46F4-B8DE-4AE1C58873B6}"/>
              </a:ext>
            </a:extLst>
          </p:cNvPr>
          <p:cNvSpPr>
            <a:spLocks noGrp="1"/>
          </p:cNvSpPr>
          <p:nvPr/>
        </p:nvSpPr>
        <p:spPr>
          <a:xfrm>
            <a:off x="530431" y="1076325"/>
            <a:ext cx="460664" cy="4667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" name="vector-316">
            <a:extLst>
              <a:ext uri="{FF2B5EF4-FFF2-40B4-BE49-F238E27FC236}">
                <ns2:creationId id="{3BD1FE6B-D696-4B82-B5A8-827A4427A116}"/>
              </a:ext>
            </a:extLst>
          </p:cNvPr>
          <p:cNvSpPr>
            <a:spLocks noGrp="1"/>
          </p:cNvSpPr>
          <p:nvPr/>
        </p:nvSpPr>
        <p:spPr>
          <a:xfrm>
            <a:off x="530431" y="1076325"/>
            <a:ext cx="460664" cy="4667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" name="icon-map-317">
            <a:extLst>
              <a:ext uri="{FF2B5EF4-FFF2-40B4-BE49-F238E27FC236}">
                <ns2:creationId id="{2F89FBC3-CAEF-48A9-8532-D9487FA6FA9C}"/>
              </a:ext>
            </a:extLst>
          </p:cNvPr>
          <p:cNvSpPr>
            <a:spLocks noGrp="1"/>
          </p:cNvSpPr>
          <p:nvPr/>
        </p:nvSpPr>
        <p:spPr>
          <a:xfrm>
            <a:off x="714697" y="1188339"/>
            <a:ext cx="101346" cy="10268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" name="text-318">
            <a:extLst>
              <a:ext uri="{FF2B5EF4-FFF2-40B4-BE49-F238E27FC236}">
                <ns2:creationId id="{E8E5C932-982B-49A4-A5FA-BE990A1777E5}"/>
              </a:ext>
            </a:extLst>
          </p:cNvPr>
          <p:cNvSpPr>
            <a:spLocks noGrp="1"/>
          </p:cNvSpPr>
          <p:nvPr/>
        </p:nvSpPr>
        <p:spPr>
          <a:xfrm>
            <a:off x="1150917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样点布设</a:t>
            </a:r>
            <a:endParaRPr/>
          </a:p>
        </p:txBody>
      </p:sp>
      <p:sp>
        <p:nvSpPr>
          <p:cNvPr id="8" name="text-319">
            <a:extLst>
              <a:ext uri="{FF2B5EF4-FFF2-40B4-BE49-F238E27FC236}">
                <ns2:creationId id="{4D118A3A-C8BF-41B1-96CE-C05AF2730C3E}"/>
              </a:ext>
            </a:extLst>
          </p:cNvPr>
          <p:cNvSpPr>
            <a:spLocks noGrp="1"/>
          </p:cNvSpPr>
          <p:nvPr/>
        </p:nvSpPr>
        <p:spPr>
          <a:xfrm>
            <a:off x="1150917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位置与编号登记</a:t>
            </a:r>
            <a:endParaRPr/>
          </a:p>
        </p:txBody>
      </p:sp>
      <p:sp>
        <p:nvSpPr>
          <p:cNvPr id="9" name="arrow-320">
            <a:extLst>
              <a:ext uri="{FF2B5EF4-FFF2-40B4-BE49-F238E27FC236}">
                <ns2:creationId id="{D46EBAAB-3E7B-43F4-839F-CD502FD1AA2E}"/>
              </a:ext>
            </a:extLst>
          </p:cNvPr>
          <p:cNvSpPr>
            <a:spLocks noGrp="1"/>
          </p:cNvSpPr>
          <p:nvPr/>
        </p:nvSpPr>
        <p:spPr>
          <a:xfrm>
            <a:off x="1508166" y="1828800"/>
            <a:ext cx="2848594" cy="95250"/>
          </a:xfrm>
          <a:prstGeom prst="rightArrow">
            <a:avLst/>
          </a:prstGeom>
          <a:solidFill>
            <a:srgbClr val="20A9BC"/>
          </a:solidFill>
          <a:ln w="0">
            <a:noFill/>
            <a:prstDash val="solid"/>
          </a:ln>
        </p:spPr>
      </p:sp>
      <p:sp>
        <p:nvSpPr>
          <p:cNvPr id="10" name="icon-camera-321">
            <a:extLst>
              <a:ext uri="{FF2B5EF4-FFF2-40B4-BE49-F238E27FC236}">
                <ns2:creationId id="{264481AE-6F86-4DF0-A928-E9076FE082BE}"/>
              </a:ext>
            </a:extLst>
          </p:cNvPr>
          <p:cNvSpPr>
            <a:spLocks noGrp="1"/>
          </p:cNvSpPr>
          <p:nvPr/>
        </p:nvSpPr>
        <p:spPr>
          <a:xfrm>
            <a:off x="4417210" y="1183672"/>
            <a:ext cx="396171" cy="284702"/>
          </a:xfrm>
          <a:prstGeom prst="roundRect">
            <a:avLst>
              <a:gd name="adj" fmla="val 26765"/>
            </a:avLst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1" name="icon-camera-322">
            <a:extLst>
              <a:ext uri="{FF2B5EF4-FFF2-40B4-BE49-F238E27FC236}">
                <ns2:creationId id="{540F2A6B-52C2-43F5-908A-AB0F133809AD}"/>
              </a:ext>
            </a:extLst>
          </p:cNvPr>
          <p:cNvSpPr>
            <a:spLocks noGrp="1"/>
          </p:cNvSpPr>
          <p:nvPr/>
        </p:nvSpPr>
        <p:spPr>
          <a:xfrm>
            <a:off x="4536982" y="1122998"/>
            <a:ext cx="152019" cy="79343"/>
          </a:xfrm>
          <a:prstGeom prst="roundRect">
            <a:avLst>
              <a:gd name="adj" fmla="val 50000"/>
            </a:avLst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2" name="icon-camera-323">
            <a:extLst>
              <a:ext uri="{FF2B5EF4-FFF2-40B4-BE49-F238E27FC236}">
                <ns2:creationId id="{977FA58C-644A-4688-83A8-31C85CF52E58}"/>
              </a:ext>
            </a:extLst>
          </p:cNvPr>
          <p:cNvSpPr>
            <a:spLocks noGrp="1"/>
          </p:cNvSpPr>
          <p:nvPr/>
        </p:nvSpPr>
        <p:spPr>
          <a:xfrm>
            <a:off x="4532376" y="1244346"/>
            <a:ext cx="165839" cy="168021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3" name="icon-camera-324">
            <a:extLst>
              <a:ext uri="{FF2B5EF4-FFF2-40B4-BE49-F238E27FC236}">
                <ns2:creationId id="{82924726-A298-451E-9A2D-34C4BF01FCF6}"/>
              </a:ext>
            </a:extLst>
          </p:cNvPr>
          <p:cNvSpPr>
            <a:spLocks noGrp="1"/>
          </p:cNvSpPr>
          <p:nvPr/>
        </p:nvSpPr>
        <p:spPr>
          <a:xfrm>
            <a:off x="4725855" y="1221010"/>
            <a:ext cx="36853" cy="3733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4" name="text-325">
            <a:extLst>
              <a:ext uri="{FF2B5EF4-FFF2-40B4-BE49-F238E27FC236}">
                <ns2:creationId id="{AD1BC031-20F8-4103-95C5-560AA605D2EA}"/>
              </a:ext>
            </a:extLst>
          </p:cNvPr>
          <p:cNvSpPr>
            <a:spLocks noGrp="1"/>
          </p:cNvSpPr>
          <p:nvPr/>
        </p:nvSpPr>
        <p:spPr>
          <a:xfrm>
            <a:off x="5005449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数据回收</a:t>
            </a:r>
            <a:endParaRPr/>
          </a:p>
        </p:txBody>
      </p:sp>
      <p:sp>
        <p:nvSpPr>
          <p:cNvPr id="15" name="text-326">
            <a:extLst>
              <a:ext uri="{FF2B5EF4-FFF2-40B4-BE49-F238E27FC236}">
                <ns2:creationId id="{FA30E6F8-E7FA-4FA8-8817-95DAA6DFE2D6}"/>
              </a:ext>
            </a:extLst>
          </p:cNvPr>
          <p:cNvSpPr>
            <a:spLocks noGrp="1"/>
          </p:cNvSpPr>
          <p:nvPr/>
        </p:nvSpPr>
        <p:spPr>
          <a:xfrm>
            <a:off x="5005449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本期影像归档</a:t>
            </a:r>
            <a:endParaRPr/>
          </a:p>
        </p:txBody>
      </p:sp>
      <p:sp>
        <p:nvSpPr>
          <p:cNvPr id="16" name="arrow-327">
            <a:extLst>
              <a:ext uri="{FF2B5EF4-FFF2-40B4-BE49-F238E27FC236}">
                <ns2:creationId id="{BD23A9D3-97CD-49F3-B660-0BD76BAFC663}"/>
              </a:ext>
            </a:extLst>
          </p:cNvPr>
          <p:cNvSpPr>
            <a:spLocks noGrp="1"/>
          </p:cNvSpPr>
          <p:nvPr/>
        </p:nvSpPr>
        <p:spPr>
          <a:xfrm>
            <a:off x="5362699" y="1828800"/>
            <a:ext cx="2848594" cy="95250"/>
          </a:xfrm>
          <a:prstGeom prst="rightArrow">
            <a:avLst/>
          </a:prstGeom>
          <a:solidFill>
            <a:srgbClr val="20A9BC"/>
          </a:solidFill>
          <a:ln w="0">
            <a:noFill/>
            <a:prstDash val="solid"/>
          </a:ln>
        </p:spPr>
      </p:sp>
      <p:sp>
        <p:nvSpPr>
          <p:cNvPr id="17" name="icon-clipboard-328">
            <a:extLst>
              <a:ext uri="{FF2B5EF4-FFF2-40B4-BE49-F238E27FC236}">
                <ns2:creationId id="{FCCA30F3-B4E6-4458-970A-AD7C9A16E2F8}"/>
              </a:ext>
            </a:extLst>
          </p:cNvPr>
          <p:cNvSpPr>
            <a:spLocks noGrp="1"/>
          </p:cNvSpPr>
          <p:nvPr/>
        </p:nvSpPr>
        <p:spPr>
          <a:xfrm>
            <a:off x="8322416" y="1132332"/>
            <a:ext cx="299431" cy="364046"/>
          </a:xfrm>
          <a:prstGeom prst="roundRect">
            <a:avLst>
              <a:gd name="adj" fmla="val 25118"/>
            </a:avLst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8" name="icon-clipboard-329">
            <a:extLst>
              <a:ext uri="{FF2B5EF4-FFF2-40B4-BE49-F238E27FC236}">
                <ns2:creationId id="{F537D37F-C6B0-463C-B3A0-4FEBEBCF9300}"/>
              </a:ext>
            </a:extLst>
          </p:cNvPr>
          <p:cNvSpPr>
            <a:spLocks noGrp="1"/>
          </p:cNvSpPr>
          <p:nvPr/>
        </p:nvSpPr>
        <p:spPr>
          <a:xfrm>
            <a:off x="8400729" y="1099661"/>
            <a:ext cx="138200" cy="70009"/>
          </a:xfrm>
          <a:prstGeom prst="roundRect">
            <a:avLst>
              <a:gd name="adj" fmla="val 50000"/>
            </a:avLst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9" name="vector-330">
            <a:extLst>
              <a:ext uri="{FF2B5EF4-FFF2-40B4-BE49-F238E27FC236}">
                <ns2:creationId id="{53CB485B-3379-487C-B48F-687447C1CA48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0" name="vector-331">
            <a:extLst>
              <a:ext uri="{FF2B5EF4-FFF2-40B4-BE49-F238E27FC236}">
                <ns2:creationId id="{FC7E3414-B6E1-48EB-A6D2-899EDA293C52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1" name="vector-332">
            <a:extLst>
              <a:ext uri="{FF2B5EF4-FFF2-40B4-BE49-F238E27FC236}">
                <ns2:creationId id="{D2E06D15-FA1E-4562-912D-D50999246C35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2" name="vector-333">
            <a:extLst>
              <a:ext uri="{FF2B5EF4-FFF2-40B4-BE49-F238E27FC236}">
                <ns2:creationId id="{8B670515-BDB1-4DE1-A5A1-979DE6290A06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3" name="vector-334">
            <a:extLst>
              <a:ext uri="{FF2B5EF4-FFF2-40B4-BE49-F238E27FC236}">
                <ns2:creationId id="{BA24AC2A-1BF1-4DED-B37D-5074D20B5EE6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4" name="vector-335">
            <a:extLst>
              <a:ext uri="{FF2B5EF4-FFF2-40B4-BE49-F238E27FC236}">
                <ns2:creationId id="{95A6C379-B9ED-4CDA-ABCA-0CBF71A11FFF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5" name="vector-336">
            <a:extLst>
              <a:ext uri="{FF2B5EF4-FFF2-40B4-BE49-F238E27FC236}">
                <ns2:creationId id="{06B56970-2630-4DAC-A808-10DD322B7746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6" name="vector-337">
            <a:extLst>
              <a:ext uri="{FF2B5EF4-FFF2-40B4-BE49-F238E27FC236}">
                <ns2:creationId id="{44786FAF-F8F5-4EC9-A54B-48D04602C6F8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7" name="vector-338">
            <a:extLst>
              <a:ext uri="{FF2B5EF4-FFF2-40B4-BE49-F238E27FC236}">
                <ns2:creationId id="{F5634CC1-FCAE-44F6-B8E5-27BF1B81E7AF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8" name="text-339">
            <a:extLst>
              <a:ext uri="{FF2B5EF4-FFF2-40B4-BE49-F238E27FC236}">
                <ns2:creationId id="{37A98DA2-A76D-4CC9-9604-4431A4A2BA97}"/>
              </a:ext>
            </a:extLst>
          </p:cNvPr>
          <p:cNvSpPr>
            <a:spLocks noGrp="1"/>
          </p:cNvSpPr>
          <p:nvPr/>
        </p:nvSpPr>
        <p:spPr>
          <a:xfrm>
            <a:off x="8859982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记录复核</a:t>
            </a:r>
            <a:endParaRPr/>
          </a:p>
        </p:txBody>
      </p:sp>
      <p:sp>
        <p:nvSpPr>
          <p:cNvPr id="29" name="text-340">
            <a:extLst>
              <a:ext uri="{FF2B5EF4-FFF2-40B4-BE49-F238E27FC236}">
                <ns2:creationId id="{00AB248B-3768-4D42-86E1-354998AFFD2F}"/>
              </a:ext>
            </a:extLst>
          </p:cNvPr>
          <p:cNvSpPr>
            <a:spLocks noGrp="1"/>
          </p:cNvSpPr>
          <p:nvPr/>
        </p:nvSpPr>
        <p:spPr>
          <a:xfrm>
            <a:off x="8859982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误判与重复检查</a:t>
            </a:r>
            <a:endParaRPr/>
          </a:p>
        </p:txBody>
      </p:sp>
      <p:sp>
        <p:nvSpPr>
          <p:cNvPr id="30" name="panel-341">
            <a:extLst>
              <a:ext uri="{FF2B5EF4-FFF2-40B4-BE49-F238E27FC236}">
                <ns2:creationId id="{6182B024-5923-4D09-9F91-7E985D66EFEF}"/>
              </a:ext>
            </a:extLst>
          </p:cNvPr>
          <p:cNvSpPr>
            <a:spLocks noGrp="1"/>
          </p:cNvSpPr>
          <p:nvPr/>
        </p:nvSpPr>
        <p:spPr>
          <a:xfrm>
            <a:off x="304800" y="2190750"/>
            <a:ext cx="7380019" cy="3876675"/>
          </a:xfrm>
          <a:prstGeom prst="rect">
            <a:avLst>
              <a:gd name="adj" fmla="val 1966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31" name="shape-342">
            <a:extLst>
              <a:ext uri="{FF2B5EF4-FFF2-40B4-BE49-F238E27FC236}">
                <ns2:creationId id="{B556E456-E21A-4520-8EF1-17E07AD6812D}"/>
              </a:ext>
            </a:extLst>
          </p:cNvPr>
          <p:cNvSpPr>
            <a:spLocks noGrp="1"/>
          </p:cNvSpPr>
          <p:nvPr/>
        </p:nvSpPr>
        <p:spPr>
          <a:xfrm>
            <a:off x="314201" y="2200275"/>
            <a:ext cx="7361217" cy="400050"/>
          </a:xfrm>
          <a:prstGeom prst="rect">
            <a:avLst>
              <a:gd name="adj" fmla="val 19048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32" name="vector-343">
            <a:extLst>
              <a:ext uri="{FF2B5EF4-FFF2-40B4-BE49-F238E27FC236}">
                <ns2:creationId id="{6828DF2F-2D21-4FA4-BD85-241229D989A8}"/>
              </a:ext>
            </a:extLst>
          </p:cNvPr>
          <p:cNvSpPr>
            <a:spLocks noGrp="1"/>
          </p:cNvSpPr>
          <p:nvPr/>
        </p:nvSpPr>
        <p:spPr>
          <a:xfrm>
            <a:off x="417616" y="2266950"/>
            <a:ext cx="253835" cy="25717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3" name="icon-leaf-344">
            <a:extLst>
              <a:ext uri="{FF2B5EF4-FFF2-40B4-BE49-F238E27FC236}">
                <ns2:creationId id="{BFAF68C0-2845-4282-9D09-3EE30C46E314}"/>
              </a:ext>
            </a:extLst>
          </p:cNvPr>
          <p:cNvSpPr>
            <a:spLocks noGrp="1"/>
          </p:cNvSpPr>
          <p:nvPr/>
        </p:nvSpPr>
        <p:spPr>
          <a:xfrm>
            <a:off x="475997" y="2287524"/>
            <a:ext cx="68535" cy="115729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4" name="icon-leaf-345">
            <a:extLst>
              <a:ext uri="{FF2B5EF4-FFF2-40B4-BE49-F238E27FC236}">
                <ns2:creationId id="{EB44C034-2AE5-4095-AB5D-040D4FBAC28D}"/>
              </a:ext>
            </a:extLst>
          </p:cNvPr>
          <p:cNvSpPr>
            <a:spLocks noGrp="1"/>
          </p:cNvSpPr>
          <p:nvPr/>
        </p:nvSpPr>
        <p:spPr>
          <a:xfrm>
            <a:off x="547071" y="2344103"/>
            <a:ext cx="76151" cy="115729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5" name="vector-346">
            <a:extLst>
              <a:ext uri="{FF2B5EF4-FFF2-40B4-BE49-F238E27FC236}">
                <ns2:creationId id="{4BDAB9CE-EA87-48FF-978F-C942F1068F75}"/>
              </a:ext>
            </a:extLst>
          </p:cNvPr>
          <p:cNvSpPr>
            <a:spLocks noGrp="1"/>
          </p:cNvSpPr>
          <p:nvPr/>
        </p:nvSpPr>
        <p:spPr>
          <a:xfrm>
            <a:off x="417616" y="2266950"/>
            <a:ext cx="253835" cy="25717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6" name="vector-347">
            <a:extLst>
              <a:ext uri="{FF2B5EF4-FFF2-40B4-BE49-F238E27FC236}">
                <ns2:creationId id="{8FCB1EA1-6CF3-4EE3-9A41-FE20FA7C22E3}"/>
              </a:ext>
            </a:extLst>
          </p:cNvPr>
          <p:cNvSpPr>
            <a:spLocks noGrp="1"/>
          </p:cNvSpPr>
          <p:nvPr/>
        </p:nvSpPr>
        <p:spPr>
          <a:xfrm>
            <a:off x="417616" y="2266950"/>
            <a:ext cx="253835" cy="25717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7" name="text-348">
            <a:extLst>
              <a:ext uri="{FF2B5EF4-FFF2-40B4-BE49-F238E27FC236}">
                <ns2:creationId id="{5FF7D94F-085D-44E0-9CD8-1B116B8BF64C}"/>
              </a:ext>
            </a:extLst>
          </p:cNvPr>
          <p:cNvSpPr>
            <a:spLocks noGrp="1"/>
          </p:cNvSpPr>
          <p:nvPr/>
        </p:nvSpPr>
        <p:spPr>
          <a:xfrm>
            <a:off x="756062" y="2257425"/>
            <a:ext cx="681594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样点 × 工作环节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8" name="">
            <a:extLst>
              <a:ext uri="{FF2B5EF4-FFF2-40B4-BE49-F238E27FC236}">
                <ns2:creationId id="{D28CF8D8-13E3-4C8E-ACF2-BCBD0DBB0961}"/>
              </a:ext>
            </a:extLst>
          </p:cNvPr>
          <p:cNvGraphicFramePr/>
          <p:nvPr/>
        </p:nvGraphicFramePr>
        <p:xfrm>
          <a:off x="436418" y="2686050"/>
          <a:ext cx="7116783" cy="2781300"/>
        </p:xfrm>
        <a:graphic>
          <a:graphicData uri="http://schemas.openxmlformats.org/drawingml/2006/table">
            <a:tbl>
              <a:tblPr/>
              <a:tblGrid>
                <a:gridCol w="1186131"/>
                <a:gridCol w="1186131"/>
                <a:gridCol w="1186131"/>
                <a:gridCol w="1186131"/>
                <a:gridCol w="1186131"/>
                <a:gridCol w="1186131"/>
              </a:tblGrid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样点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5E9EE"/>
                      </a:solidFill>
                      <a:prstDash val="solid"/>
                    </a:lnL>
                    <a:lnR w="5715">
                      <a:solidFill>
                        <a:srgbClr val="D5E9EE"/>
                      </a:solidFill>
                      <a:prstDash val="solid"/>
                    </a:lnR>
                    <a:lnT w="5715">
                      <a:solidFill>
                        <a:srgbClr val="D5E9EE"/>
                      </a:solidFill>
                      <a:prstDash val="solid"/>
                    </a:lnT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087F9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布设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T w="5715">
                      <a:solidFill>
                        <a:srgbClr val="D5E9EE"/>
                      </a:solidFill>
                      <a:prstDash val="solid"/>
                    </a:lnT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087F9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回收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T w="5715">
                      <a:solidFill>
                        <a:srgbClr val="D5E9EE"/>
                      </a:solidFill>
                      <a:prstDash val="solid"/>
                    </a:lnT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087F9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初筛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T w="5715">
                      <a:solidFill>
                        <a:srgbClr val="D5E9EE"/>
                      </a:solidFill>
                      <a:prstDash val="solid"/>
                    </a:lnT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087F9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复核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T w="5715">
                      <a:solidFill>
                        <a:srgbClr val="D5E9EE"/>
                      </a:solidFill>
                      <a:prstDash val="solid"/>
                    </a:lnT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087F9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归档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T w="5715">
                      <a:solidFill>
                        <a:srgbClr val="D5E9EE"/>
                      </a:solidFill>
                      <a:prstDash val="solid"/>
                    </a:lnT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087F9A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林内A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5E9EE"/>
                      </a:solidFill>
                      <a:prstDash val="solid"/>
                    </a:lnL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087F9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087F9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087F9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087F9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087F9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林缘B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5E9EE"/>
                      </a:solidFill>
                      <a:prstDash val="solid"/>
                    </a:lnL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EFFB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087F9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EFFB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087F9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EFFB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087F9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EFFB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CB4442"/>
                          </a:solidFill>
                        </a:rPr>
                        <a:t>△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EFFB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0A9BC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EFFB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廊道C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5E9EE"/>
                      </a:solidFill>
                      <a:prstDash val="solid"/>
                    </a:lnL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087F9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087F9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CB4442"/>
                          </a:solidFill>
                        </a:rPr>
                        <a:t>△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0A9BC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0A9BC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林内D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5E9EE"/>
                      </a:solidFill>
                      <a:prstDash val="solid"/>
                    </a:lnL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EFFB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087F9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EFFB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CB4442"/>
                          </a:solidFill>
                        </a:rPr>
                        <a:t>△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EFFB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0A9BC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EFFB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0A9BC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EFFB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0A9BC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5E9EE"/>
                      </a:solidFill>
                      <a:prstDash val="solid"/>
                    </a:lnR>
                    <a:lnB w="5715">
                      <a:solidFill>
                        <a:srgbClr val="D5E9EE"/>
                      </a:solidFill>
                      <a:prstDash val="solid"/>
                    </a:lnB>
                    <a:solidFill>
                      <a:srgbClr val="EFFBFF"/>
                    </a:solidFill>
                  </a:tcPr>
                </a:tc>
              </a:tr>
            </a:tbl>
          </a:graphicData>
        </a:graphic>
      </p:graphicFrame>
      <p:sp>
        <p:nvSpPr>
          <p:cNvPr id="39" name="text-349">
            <a:extLst>
              <a:ext uri="{FF2B5EF4-FFF2-40B4-BE49-F238E27FC236}">
                <ns2:creationId id="{5BCEDC70-14CA-4067-A9AC-2C0524306D59}"/>
              </a:ext>
            </a:extLst>
          </p:cNvPr>
          <p:cNvSpPr>
            <a:spLocks noGrp="1"/>
          </p:cNvSpPr>
          <p:nvPr/>
        </p:nvSpPr>
        <p:spPr>
          <a:xfrm>
            <a:off x="756062" y="5619750"/>
            <a:ext cx="648689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rPr>
              <a:t>● 完成     △ 待核对     ○ 待开展</a:t>
            </a:r>
          </a:p>
        </p:txBody>
      </p:sp>
      <p:sp>
        <p:nvSpPr>
          <p:cNvPr id="40" name="panel-350">
            <a:extLst>
              <a:ext uri="{FF2B5EF4-FFF2-40B4-BE49-F238E27FC236}">
                <ns2:creationId id="{D78B1662-5436-4AE9-90D5-0CEBD5B61840}"/>
              </a:ext>
            </a:extLst>
          </p:cNvPr>
          <p:cNvSpPr>
            <a:spLocks noGrp="1"/>
          </p:cNvSpPr>
          <p:nvPr/>
        </p:nvSpPr>
        <p:spPr>
          <a:xfrm>
            <a:off x="7872845" y="2190750"/>
            <a:ext cx="4014355" cy="1352550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41" name="shape-351">
            <a:extLst>
              <a:ext uri="{FF2B5EF4-FFF2-40B4-BE49-F238E27FC236}">
                <ns2:creationId id="{21341275-9869-4E29-BC8E-3E095876FA22}"/>
              </a:ext>
            </a:extLst>
          </p:cNvPr>
          <p:cNvSpPr>
            <a:spLocks noGrp="1"/>
          </p:cNvSpPr>
          <p:nvPr/>
        </p:nvSpPr>
        <p:spPr>
          <a:xfrm>
            <a:off x="7882247" y="2200275"/>
            <a:ext cx="3995552" cy="400050"/>
          </a:xfrm>
          <a:prstGeom prst="rect">
            <a:avLst>
              <a:gd name="adj" fmla="val 19048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42" name="icon-warning-352">
            <a:extLst>
              <a:ext uri="{FF2B5EF4-FFF2-40B4-BE49-F238E27FC236}">
                <ns2:creationId id="{5EC905F8-5924-4635-9C69-AF5ED6CF0BF6}"/>
              </a:ext>
            </a:extLst>
          </p:cNvPr>
          <p:cNvSpPr>
            <a:spLocks noGrp="1"/>
          </p:cNvSpPr>
          <p:nvPr/>
        </p:nvSpPr>
        <p:spPr>
          <a:xfrm>
            <a:off x="7998353" y="2284952"/>
            <a:ext cx="228452" cy="210884"/>
          </a:xfrm>
          <a:prstGeom prst="triangl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43" name="text-353">
            <a:extLst>
              <a:ext uri="{FF2B5EF4-FFF2-40B4-BE49-F238E27FC236}">
                <ns2:creationId id="{6DCC3C4D-8445-45A7-B3A6-6CC97A8280EB}"/>
              </a:ext>
            </a:extLst>
          </p:cNvPr>
          <p:cNvSpPr>
            <a:spLocks noGrp="1"/>
          </p:cNvSpPr>
          <p:nvPr/>
        </p:nvSpPr>
        <p:spPr>
          <a:xfrm>
            <a:off x="8069427" y="2338959"/>
            <a:ext cx="88842" cy="1208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!</a:t>
            </a:r>
          </a:p>
        </p:txBody>
      </p:sp>
      <p:sp>
        <p:nvSpPr>
          <p:cNvPr id="44" name="text-354">
            <a:extLst>
              <a:ext uri="{FF2B5EF4-FFF2-40B4-BE49-F238E27FC236}">
                <ns2:creationId id="{A48B03CC-2483-4B5D-8DB0-6E55D6D79EAD}"/>
              </a:ext>
            </a:extLst>
          </p:cNvPr>
          <p:cNvSpPr>
            <a:spLocks noGrp="1"/>
          </p:cNvSpPr>
          <p:nvPr/>
        </p:nvSpPr>
        <p:spPr>
          <a:xfrm>
            <a:off x="8324108" y="2257425"/>
            <a:ext cx="34502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待核对事项</a:t>
            </a:r>
          </a:p>
        </p:txBody>
      </p:sp>
      <p:sp>
        <p:nvSpPr>
          <p:cNvPr id="45" name="text-355">
            <a:extLst>
              <a:ext uri="{FF2B5EF4-FFF2-40B4-BE49-F238E27FC236}">
                <ns2:creationId id="{AB7132A7-F650-46C0-9754-98EAAB2DD5D0}"/>
              </a:ext>
            </a:extLst>
          </p:cNvPr>
          <p:cNvSpPr>
            <a:spLocks noGrp="1"/>
          </p:cNvSpPr>
          <p:nvPr/>
        </p:nvSpPr>
        <p:spPr>
          <a:xfrm>
            <a:off x="8060871" y="2676525"/>
            <a:ext cx="364770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1  林内D回收文件尚不完整</a:t>
            </a:r>
            <a:endParaRPr/>
          </a:p>
        </p:txBody>
      </p:sp>
      <p:sp>
        <p:nvSpPr>
          <p:cNvPr id="46" name="text-356">
            <a:extLst>
              <a:ext uri="{FF2B5EF4-FFF2-40B4-BE49-F238E27FC236}">
                <ns2:creationId id="{95F06569-D2A9-40BB-A226-D58A340A406A}"/>
              </a:ext>
            </a:extLst>
          </p:cNvPr>
          <p:cNvSpPr>
            <a:spLocks noGrp="1"/>
          </p:cNvSpPr>
          <p:nvPr/>
        </p:nvSpPr>
        <p:spPr>
          <a:xfrm>
            <a:off x="8060871" y="3019425"/>
            <a:ext cx="364770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2  林缘B部分物种识别存疑</a:t>
            </a:r>
            <a:endParaRPr/>
          </a:p>
        </p:txBody>
      </p:sp>
      <p:sp>
        <p:nvSpPr>
          <p:cNvPr id="47" name="panel-357">
            <a:extLst>
              <a:ext uri="{FF2B5EF4-FFF2-40B4-BE49-F238E27FC236}">
                <ns2:creationId id="{86BC235E-D582-4415-AEB6-BB5F688634DC}"/>
              </a:ext>
            </a:extLst>
          </p:cNvPr>
          <p:cNvSpPr>
            <a:spLocks noGrp="1"/>
          </p:cNvSpPr>
          <p:nvPr/>
        </p:nvSpPr>
        <p:spPr>
          <a:xfrm>
            <a:off x="7872845" y="3686175"/>
            <a:ext cx="4014355" cy="238125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48" name="shape-358">
            <a:extLst>
              <a:ext uri="{FF2B5EF4-FFF2-40B4-BE49-F238E27FC236}">
                <ns2:creationId id="{9DCCAB6C-28AA-4825-8C19-E61C97BB8DE5}"/>
              </a:ext>
            </a:extLst>
          </p:cNvPr>
          <p:cNvSpPr>
            <a:spLocks noGrp="1"/>
          </p:cNvSpPr>
          <p:nvPr/>
        </p:nvSpPr>
        <p:spPr>
          <a:xfrm>
            <a:off x="7882247" y="3695700"/>
            <a:ext cx="3995552" cy="400050"/>
          </a:xfrm>
          <a:prstGeom prst="rect">
            <a:avLst>
              <a:gd name="adj" fmla="val 19048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49" name="icon-calendar-359">
            <a:extLst>
              <a:ext uri="{FF2B5EF4-FFF2-40B4-BE49-F238E27FC236}">
                <ns2:creationId id="{4675DC48-0722-4805-809D-3C7C3F80F10C}"/>
              </a:ext>
            </a:extLst>
          </p:cNvPr>
          <p:cNvSpPr>
            <a:spLocks noGrp="1"/>
          </p:cNvSpPr>
          <p:nvPr/>
        </p:nvSpPr>
        <p:spPr>
          <a:xfrm>
            <a:off x="8018660" y="3811238"/>
            <a:ext cx="187838" cy="180023"/>
          </a:xfrm>
          <a:prstGeom prst="roundRect">
            <a:avLst>
              <a:gd name="adj" fmla="val 42328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0" name="vector-360">
            <a:extLst>
              <a:ext uri="{FF2B5EF4-FFF2-40B4-BE49-F238E27FC236}">
                <ns2:creationId id="{E4BBCE4D-5865-4DED-87E0-EC2C7E906384}"/>
              </a:ext>
            </a:extLst>
          </p:cNvPr>
          <p:cNvSpPr>
            <a:spLocks noGrp="1"/>
          </p:cNvSpPr>
          <p:nvPr/>
        </p:nvSpPr>
        <p:spPr>
          <a:xfrm>
            <a:off x="7985661" y="3762375"/>
            <a:ext cx="253835" cy="25717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51" name="vector-361">
            <a:extLst>
              <a:ext uri="{FF2B5EF4-FFF2-40B4-BE49-F238E27FC236}">
                <ns2:creationId id="{7E582E4A-0908-40D0-8A93-C0386E571E9C}"/>
              </a:ext>
            </a:extLst>
          </p:cNvPr>
          <p:cNvSpPr>
            <a:spLocks noGrp="1"/>
          </p:cNvSpPr>
          <p:nvPr/>
        </p:nvSpPr>
        <p:spPr>
          <a:xfrm>
            <a:off x="7985661" y="3762375"/>
            <a:ext cx="253835" cy="25717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2" name="vector-362">
            <a:extLst>
              <a:ext uri="{FF2B5EF4-FFF2-40B4-BE49-F238E27FC236}">
                <ns2:creationId id="{B22B1C51-A973-4119-B93D-FC64743307BB}"/>
              </a:ext>
            </a:extLst>
          </p:cNvPr>
          <p:cNvSpPr>
            <a:spLocks noGrp="1"/>
          </p:cNvSpPr>
          <p:nvPr/>
        </p:nvSpPr>
        <p:spPr>
          <a:xfrm>
            <a:off x="7985661" y="3762375"/>
            <a:ext cx="253835" cy="25717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3" name="icon-calendar-363">
            <a:extLst>
              <a:ext uri="{FF2B5EF4-FFF2-40B4-BE49-F238E27FC236}">
                <ns2:creationId id="{30BFEF92-F035-43E6-9D2A-90B7BBC3CDBA}"/>
              </a:ext>
            </a:extLst>
          </p:cNvPr>
          <p:cNvSpPr>
            <a:spLocks noGrp="1"/>
          </p:cNvSpPr>
          <p:nvPr/>
        </p:nvSpPr>
        <p:spPr>
          <a:xfrm>
            <a:off x="8049120" y="3888391"/>
            <a:ext cx="22845" cy="23146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54" name="icon-calendar-364">
            <a:extLst>
              <a:ext uri="{FF2B5EF4-FFF2-40B4-BE49-F238E27FC236}">
                <ns2:creationId id="{17C95D46-6394-47BE-9AEB-F0E2C87ED61E}"/>
              </a:ext>
            </a:extLst>
          </p:cNvPr>
          <p:cNvSpPr>
            <a:spLocks noGrp="1"/>
          </p:cNvSpPr>
          <p:nvPr/>
        </p:nvSpPr>
        <p:spPr>
          <a:xfrm>
            <a:off x="8049120" y="3942398"/>
            <a:ext cx="22845" cy="23146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55" name="icon-calendar-365">
            <a:extLst>
              <a:ext uri="{FF2B5EF4-FFF2-40B4-BE49-F238E27FC236}">
                <ns2:creationId id="{958091BF-6EEC-49A0-87E5-9DC2B5040C39}"/>
              </a:ext>
            </a:extLst>
          </p:cNvPr>
          <p:cNvSpPr>
            <a:spLocks noGrp="1"/>
          </p:cNvSpPr>
          <p:nvPr/>
        </p:nvSpPr>
        <p:spPr>
          <a:xfrm>
            <a:off x="8102426" y="3888391"/>
            <a:ext cx="22845" cy="23146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56" name="icon-calendar-366">
            <a:extLst>
              <a:ext uri="{FF2B5EF4-FFF2-40B4-BE49-F238E27FC236}">
                <ns2:creationId id="{FD15E3C5-6544-42DB-8BF8-B949AC425EA4}"/>
              </a:ext>
            </a:extLst>
          </p:cNvPr>
          <p:cNvSpPr>
            <a:spLocks noGrp="1"/>
          </p:cNvSpPr>
          <p:nvPr/>
        </p:nvSpPr>
        <p:spPr>
          <a:xfrm>
            <a:off x="8102426" y="3942398"/>
            <a:ext cx="22845" cy="23146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57" name="icon-calendar-367">
            <a:extLst>
              <a:ext uri="{FF2B5EF4-FFF2-40B4-BE49-F238E27FC236}">
                <ns2:creationId id="{B023625F-825C-43AE-9CC5-1096056BF58A}"/>
              </a:ext>
            </a:extLst>
          </p:cNvPr>
          <p:cNvSpPr>
            <a:spLocks noGrp="1"/>
          </p:cNvSpPr>
          <p:nvPr/>
        </p:nvSpPr>
        <p:spPr>
          <a:xfrm>
            <a:off x="8155730" y="3888391"/>
            <a:ext cx="22845" cy="23146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58" name="icon-calendar-368">
            <a:extLst>
              <a:ext uri="{FF2B5EF4-FFF2-40B4-BE49-F238E27FC236}">
                <ns2:creationId id="{71D2F947-F5CD-4612-90EA-FB1FE2706BE5}"/>
              </a:ext>
            </a:extLst>
          </p:cNvPr>
          <p:cNvSpPr>
            <a:spLocks noGrp="1"/>
          </p:cNvSpPr>
          <p:nvPr/>
        </p:nvSpPr>
        <p:spPr>
          <a:xfrm>
            <a:off x="8155730" y="3942398"/>
            <a:ext cx="22845" cy="23146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59" name="text-369">
            <a:extLst>
              <a:ext uri="{FF2B5EF4-FFF2-40B4-BE49-F238E27FC236}">
                <ns2:creationId id="{90DC611A-B021-4636-8233-2D2D5476F92A}"/>
              </a:ext>
            </a:extLst>
          </p:cNvPr>
          <p:cNvSpPr>
            <a:spLocks noGrp="1"/>
          </p:cNvSpPr>
          <p:nvPr/>
        </p:nvSpPr>
        <p:spPr>
          <a:xfrm>
            <a:off x="8324108" y="3752850"/>
            <a:ext cx="34502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下一步行动</a:t>
            </a:r>
          </a:p>
        </p:txBody>
      </p:sp>
      <p:sp>
        <p:nvSpPr>
          <p:cNvPr id="60" name="shape-370">
            <a:extLst>
              <a:ext uri="{FF2B5EF4-FFF2-40B4-BE49-F238E27FC236}">
                <ns2:creationId id="{4FB3C7EE-E394-4E0A-9DC8-FEC27B9F74D8}"/>
              </a:ext>
            </a:extLst>
          </p:cNvPr>
          <p:cNvSpPr>
            <a:spLocks noGrp="1"/>
          </p:cNvSpPr>
          <p:nvPr/>
        </p:nvSpPr>
        <p:spPr>
          <a:xfrm>
            <a:off x="8032668" y="4238625"/>
            <a:ext cx="272638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61" name="text-371">
            <a:extLst>
              <a:ext uri="{FF2B5EF4-FFF2-40B4-BE49-F238E27FC236}">
                <ns2:creationId id="{8F39CBB5-2812-439E-9E16-196354C8147C}"/>
              </a:ext>
            </a:extLst>
          </p:cNvPr>
          <p:cNvSpPr>
            <a:spLocks noGrp="1"/>
          </p:cNvSpPr>
          <p:nvPr/>
        </p:nvSpPr>
        <p:spPr>
          <a:xfrm>
            <a:off x="8032668" y="4238625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2" name="text-372">
            <a:extLst>
              <a:ext uri="{FF2B5EF4-FFF2-40B4-BE49-F238E27FC236}">
                <ns2:creationId id="{C0AEA6AB-D165-4BE2-93F2-1DAA05C22161}"/>
              </a:ext>
            </a:extLst>
          </p:cNvPr>
          <p:cNvSpPr>
            <a:spLocks noGrp="1"/>
          </p:cNvSpPr>
          <p:nvPr/>
        </p:nvSpPr>
        <p:spPr>
          <a:xfrm>
            <a:off x="8446325" y="4210050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补齐设备记录与缺失文件</a:t>
            </a:r>
            <a:endParaRPr/>
          </a:p>
        </p:txBody>
      </p:sp>
      <p:sp>
        <p:nvSpPr>
          <p:cNvPr id="63" name="shape-373">
            <a:extLst>
              <a:ext uri="{FF2B5EF4-FFF2-40B4-BE49-F238E27FC236}">
                <ns2:creationId id="{CFD662D2-615F-4486-A0E0-F13FFF019EED}"/>
              </a:ext>
            </a:extLst>
          </p:cNvPr>
          <p:cNvSpPr>
            <a:spLocks noGrp="1"/>
          </p:cNvSpPr>
          <p:nvPr/>
        </p:nvSpPr>
        <p:spPr>
          <a:xfrm>
            <a:off x="8032668" y="4800600"/>
            <a:ext cx="272638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64" name="text-374">
            <a:extLst>
              <a:ext uri="{FF2B5EF4-FFF2-40B4-BE49-F238E27FC236}">
                <ns2:creationId id="{E5DEB7C9-CD44-419B-A012-164A5D3CBAA2}"/>
              </a:ext>
            </a:extLst>
          </p:cNvPr>
          <p:cNvSpPr>
            <a:spLocks noGrp="1"/>
          </p:cNvSpPr>
          <p:nvPr/>
        </p:nvSpPr>
        <p:spPr>
          <a:xfrm>
            <a:off x="8032668" y="48006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5" name="text-375">
            <a:extLst>
              <a:ext uri="{FF2B5EF4-FFF2-40B4-BE49-F238E27FC236}">
                <ns2:creationId id="{17B88C21-9C53-44EE-B6A7-923684183CEC}"/>
              </a:ext>
            </a:extLst>
          </p:cNvPr>
          <p:cNvSpPr>
            <a:spLocks noGrp="1"/>
          </p:cNvSpPr>
          <p:nvPr/>
        </p:nvSpPr>
        <p:spPr>
          <a:xfrm>
            <a:off x="8446325" y="4772025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逐条回查存疑影像及标注</a:t>
            </a:r>
            <a:endParaRPr/>
          </a:p>
        </p:txBody>
      </p:sp>
      <p:sp>
        <p:nvSpPr>
          <p:cNvPr id="66" name="shape-376">
            <a:extLst>
              <a:ext uri="{FF2B5EF4-FFF2-40B4-BE49-F238E27FC236}">
                <ns2:creationId id="{5D766447-3BB4-4C73-B746-7A06259821A3}"/>
              </a:ext>
            </a:extLst>
          </p:cNvPr>
          <p:cNvSpPr>
            <a:spLocks noGrp="1"/>
          </p:cNvSpPr>
          <p:nvPr/>
        </p:nvSpPr>
        <p:spPr>
          <a:xfrm>
            <a:off x="8032668" y="5362575"/>
            <a:ext cx="272638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67" name="text-377">
            <a:extLst>
              <a:ext uri="{FF2B5EF4-FFF2-40B4-BE49-F238E27FC236}">
                <ns2:creationId id="{7687D4EF-9E24-4C9C-A3CA-1E57409329B0}"/>
              </a:ext>
            </a:extLst>
          </p:cNvPr>
          <p:cNvSpPr>
            <a:spLocks noGrp="1"/>
          </p:cNvSpPr>
          <p:nvPr/>
        </p:nvSpPr>
        <p:spPr>
          <a:xfrm>
            <a:off x="8032668" y="5362575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8" name="text-378">
            <a:extLst>
              <a:ext uri="{FF2B5EF4-FFF2-40B4-BE49-F238E27FC236}">
                <ns2:creationId id="{7E4F358F-61F6-44F6-9FEA-4FC20759F931}"/>
              </a:ext>
            </a:extLst>
          </p:cNvPr>
          <p:cNvSpPr>
            <a:spLocks noGrp="1"/>
          </p:cNvSpPr>
          <p:nvPr/>
        </p:nvSpPr>
        <p:spPr>
          <a:xfrm>
            <a:off x="8446325" y="5334000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复核完成后更新汇总表</a:t>
            </a:r>
            <a:endParaRPr/>
          </a:p>
        </p:txBody>
      </p:sp>
      <p:sp>
        <p:nvSpPr>
          <p:cNvPr id="69" name="shape-379">
            <a:extLst>
              <a:ext uri="{FF2B5EF4-FFF2-40B4-BE49-F238E27FC236}">
                <ns2:creationId id="{92D443A4-76C5-4E89-8305-86C91D1AE95E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70" name="text-380">
            <a:extLst>
              <a:ext uri="{FF2B5EF4-FFF2-40B4-BE49-F238E27FC236}">
                <ns2:creationId id="{99CBED85-FC7E-4BD9-AE27-E694A12DC044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完成与待核对分开记录，未归档不算完成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1" name="text-381">
            <a:extLst>
              <a:ext uri="{FF2B5EF4-FFF2-40B4-BE49-F238E27FC236}">
                <ns2:creationId id="{CAA8E449-0DCD-49CB-BF4B-35E6EA811111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72" name="text-382">
            <a:extLst>
              <a:ext uri="{FF2B5EF4-FFF2-40B4-BE49-F238E27FC236}">
                <ns2:creationId id="{C75CE07C-53F3-4FCF-A77C-9DC86A82F4D5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3:creationId val="287690732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处理流程｜影像整理到初步生态描述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087F9A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304800" y="914400"/>
            <a:ext cx="338447" cy="1428750"/>
          </a:xfrm>
          <a:prstGeom prst="roundRect">
            <a:avLst>
              <a:gd name="adj" fmla="val 22222"/>
            </a:avLst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333004" y="1009650"/>
            <a:ext cx="282039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304800" y="2571750"/>
            <a:ext cx="338447" cy="1190625"/>
          </a:xfrm>
          <a:prstGeom prst="roundRect">
            <a:avLst>
              <a:gd name="adj" fmla="val 22222"/>
            </a:avLst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333004" y="2667000"/>
            <a:ext cx="28203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304800" y="3962400"/>
            <a:ext cx="338447" cy="2152650"/>
          </a:xfrm>
          <a:prstGeom prst="roundRect">
            <a:avLst>
              <a:gd name="adj" fmla="val 22222"/>
            </a:avLst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333004" y="4057650"/>
            <a:ext cx="282039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93668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100" name="solid-title-band-100"/>
          <p:cNvSpPr/>
          <p:nvPr/>
        </p:nvSpPr>
        <p:spPr>
          <a:xfrm>
            <a:off x="793668" y="914400"/>
            <a:ext cx="3600697" cy="45720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955746" y="1060704"/>
            <a:ext cx="258724" cy="185928"/>
          </a:xfrm>
          <a:prstGeom prst="roundRect">
            <a:avLst>
              <a:gd name="adj" fmla="val 26765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33965" y="1021080"/>
            <a:ext cx="99278" cy="518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30956" y="1100328"/>
            <a:ext cx="108303" cy="109728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157310" y="1085088"/>
            <a:ext cx="24067" cy="24384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423555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相机影像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73975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日期 · 样点</a:t>
            </a:r>
            <a:endParaRPr/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85138" y="1856994"/>
            <a:ext cx="420426" cy="302133"/>
          </a:xfrm>
          <a:prstGeom prst="roundRect">
            <a:avLst>
              <a:gd name="adj" fmla="val 25221"/>
            </a:avLst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312243" y="1792605"/>
            <a:ext cx="161326" cy="84201"/>
          </a:xfrm>
          <a:prstGeom prst="roundRect">
            <a:avLst>
              <a:gd name="adj" fmla="val 50000"/>
            </a:avLst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307354" y="1921383"/>
            <a:ext cx="175992" cy="1783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512679" y="1896618"/>
            <a:ext cx="39109" cy="39624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78697" y="1782699"/>
            <a:ext cx="131994" cy="222885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415580" y="1891665"/>
            <a:ext cx="146660" cy="222885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86546" y="1861947"/>
            <a:ext cx="107551" cy="108966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25983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101" name="solid-title-band-101"/>
          <p:cNvSpPr/>
          <p:nvPr/>
        </p:nvSpPr>
        <p:spPr>
          <a:xfrm>
            <a:off x="4525983" y="914400"/>
            <a:ext cx="3600697" cy="45720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67003" y="990600"/>
            <a:ext cx="300842" cy="304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15137" y="1005840"/>
            <a:ext cx="207581" cy="188976"/>
          </a:xfrm>
          <a:prstGeom prst="cloud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155870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植被记录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306291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层次 · 季节</a:t>
            </a:r>
            <a:endParaRPr/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>
            <a:duotone>
              <a:srgbClr val="087F9A"/>
              <a:srgbClr val="FFFFFF"/>
            </a:duotone>
          </a:blip>
          <a:stretch/>
        </p:blipFill>
        <p:spPr>
          <a:xfrm>
            <a:off x="5745802" y="1657350"/>
            <a:ext cx="944831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58299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102" name="solid-title-band-102"/>
          <p:cNvSpPr/>
          <p:nvPr/>
        </p:nvSpPr>
        <p:spPr>
          <a:xfrm>
            <a:off x="8258299" y="914400"/>
            <a:ext cx="3600697" cy="45720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519655" y="1063752"/>
            <a:ext cx="66185" cy="67056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8888186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样点条件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38606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道路 · 生境 · 干扰</a:t>
            </a:r>
            <a:endParaRPr/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15500" y="1874901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087F9A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15500" y="17566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087F9A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15500" y="16383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087F9A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812470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92975" y="2843689"/>
            <a:ext cx="287680" cy="270034"/>
          </a:xfrm>
          <a:prstGeom prst="can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451758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影像归档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95255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63067" y="2843689"/>
            <a:ext cx="313064" cy="300038"/>
          </a:xfrm>
          <a:prstGeom prst="roundRect">
            <a:avLst>
              <a:gd name="adj" fmla="val 25397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813834" y="2972276"/>
            <a:ext cx="38075" cy="38576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813834" y="3062288"/>
            <a:ext cx="38075" cy="38576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902678" y="2972276"/>
            <a:ext cx="38075" cy="38576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902678" y="3062288"/>
            <a:ext cx="38075" cy="38576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91520" y="2972276"/>
            <a:ext cx="38075" cy="38576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91520" y="3062288"/>
            <a:ext cx="38075" cy="38576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34543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记录去重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78039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16239" y="2890838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1617" y="2783681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16609" y="2860834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53151" y="3088005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2774" y="3083719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17327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分层汇总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160823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15945" y="2805113"/>
            <a:ext cx="338447" cy="34290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00112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异常回查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50821" y="2981325"/>
            <a:ext cx="244434" cy="0"/>
          </a:xfrm>
          <a:prstGeom prst="straightConnector1">
            <a:avLst/>
          </a:prstGeom>
          <a:ln w="24765">
            <a:solidFill>
              <a:srgbClr val="087F9A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3605" y="2981325"/>
            <a:ext cx="244434" cy="0"/>
          </a:xfrm>
          <a:prstGeom prst="straightConnector1">
            <a:avLst/>
          </a:prstGeom>
          <a:ln w="24765">
            <a:solidFill>
              <a:srgbClr val="087F9A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16390" y="2981325"/>
            <a:ext cx="244434" cy="0"/>
          </a:xfrm>
          <a:prstGeom prst="straightConnector1">
            <a:avLst/>
          </a:prstGeom>
          <a:ln w="24765">
            <a:solidFill>
              <a:srgbClr val="087F9A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63636" y="3457575"/>
            <a:ext cx="5922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存疑记录：保留原图，回到识别与采样环节</a:t>
            </a:r>
            <a:endParaRPr/>
          </a:p>
        </p:txBody>
      </p:sp>
      <p:sp>
        <p:nvSpPr>
          <p:cNvPr id="103" name="solid-title-band-103"/>
          <p:cNvSpPr/>
          <p:nvPr/>
        </p:nvSpPr>
        <p:spPr>
          <a:xfrm>
            <a:off x="793668" y="3924300"/>
            <a:ext cx="5396345" cy="36195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925286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每月独立记录的变化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812470" y="4324350"/>
          <a:ext cx="5396345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80660" y="4524375"/>
            <a:ext cx="206829" cy="95"/>
          </a:xfrm>
          <a:prstGeom prst="line">
            <a:avLst/>
          </a:prstGeom>
          <a:noFill/>
          <a:ln w="19050">
            <a:solidFill>
              <a:srgbClr val="087F9A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53297" y="44386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林内样点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80660" y="4752975"/>
            <a:ext cx="206829" cy="95"/>
          </a:xfrm>
          <a:prstGeom prst="line">
            <a:avLst/>
          </a:prstGeom>
          <a:noFill/>
          <a:ln w="19050">
            <a:solidFill>
              <a:srgbClr val="CB4442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53297" y="46672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林缘样点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539301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104" name="solid-title-band-104"/>
          <p:cNvSpPr/>
          <p:nvPr/>
        </p:nvSpPr>
        <p:spPr>
          <a:xfrm>
            <a:off x="6396842" y="3924300"/>
            <a:ext cx="5396345" cy="36195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528460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有效监测与累计检出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5644" y="4324350"/>
          <a:ext cx="5396345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42475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有效监测比例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当前为描述性汇总，复核后再讨论机制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初步结果｜哪些模式值得继续核查？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087F9A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304800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314201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84266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有效监测与累计检出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80010" y="1314450"/>
          <a:ext cx="5546766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54976" y="310515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有效监测比例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0612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0013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0078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三类样点的分布比较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5822" y="1314450"/>
          <a:ext cx="5546766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304800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314201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84266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月度活动与重复观测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80010" y="3924300"/>
          <a:ext cx="5546766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98621" y="4124325"/>
            <a:ext cx="206829" cy="95"/>
          </a:xfrm>
          <a:prstGeom prst="line">
            <a:avLst/>
          </a:prstGeom>
          <a:noFill/>
          <a:ln w="19050">
            <a:solidFill>
              <a:srgbClr val="087F9A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71258" y="40386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本期监测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98621" y="4352925"/>
            <a:ext cx="206829" cy="95"/>
          </a:xfrm>
          <a:prstGeom prst="line">
            <a:avLst/>
          </a:prstGeom>
          <a:noFill/>
          <a:ln w="19050">
            <a:solidFill>
              <a:srgbClr val="CB4442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71258" y="42672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前期监测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54976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0612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0013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0078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初步关联与待验证范围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5822" y="3924300"/>
          <a:ext cx="5546766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5822" y="4201516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有效天数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5822" y="4474921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植被盖度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5822" y="4748327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道路距离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5822" y="5021732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访客频次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30787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先核对记录，再讨论模式与可能解释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5" name="text-811">
            <a:extLst>
              <a:ext uri="{FF2B5EF4-FFF2-40B4-BE49-F238E27FC236}">
                <ns2:creationId id="{26E2E258-35E6-4061-AED8-6EC2A1FFD01C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下阶段安排｜围绕异常记录逐项闭环</a:t>
            </a:r>
            <a:endParaRPr/>
          </a:p>
        </p:txBody>
      </p:sp>
      <p:sp>
        <p:nvSpPr>
          <p:cNvPr id="2" name="line-812">
            <a:extLst>
              <a:ext uri="{FF2B5EF4-FFF2-40B4-BE49-F238E27FC236}">
                <ns2:creationId id="{88D38F1B-D40B-4253-9BA7-BEEDA700C556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087F9A"/>
            </a:solidFill>
            <a:prstDash val="solid"/>
          </a:ln>
        </p:spPr>
      </p:sp>
      <p:sp>
        <p:nvSpPr>
          <p:cNvPr id="3" name="panel-813">
            <a:extLst>
              <a:ext uri="{FF2B5EF4-FFF2-40B4-BE49-F238E27FC236}">
                <ns2:creationId id="{43B8C440-77DC-4C0A-8EA0-8301D8CF8088}"/>
              </a:ext>
            </a:extLst>
          </p:cNvPr>
          <p:cNvSpPr>
            <a:spLocks noGrp="1"/>
          </p:cNvSpPr>
          <p:nvPr/>
        </p:nvSpPr>
        <p:spPr>
          <a:xfrm>
            <a:off x="304800" y="89535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4" name="shape-814">
            <a:extLst>
              <a:ext uri="{FF2B5EF4-FFF2-40B4-BE49-F238E27FC236}">
                <ns2:creationId id="{3D540C5B-FCF5-480E-AEE2-330627CE4D96}"/>
              </a:ext>
            </a:extLst>
          </p:cNvPr>
          <p:cNvSpPr>
            <a:spLocks noGrp="1"/>
          </p:cNvSpPr>
          <p:nvPr/>
        </p:nvSpPr>
        <p:spPr>
          <a:xfrm>
            <a:off x="314201" y="904875"/>
            <a:ext cx="3732316" cy="400050"/>
          </a:xfrm>
          <a:prstGeom prst="rect">
            <a:avLst>
              <a:gd name="adj" fmla="val 19048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5" name="vector-815">
            <a:extLst>
              <a:ext uri="{FF2B5EF4-FFF2-40B4-BE49-F238E27FC236}">
                <ns2:creationId id="{6225D1E6-AA80-4C60-B88B-61C843E8936F}"/>
              </a:ext>
            </a:extLst>
          </p:cNvPr>
          <p:cNvSpPr>
            <a:spLocks noGrp="1"/>
          </p:cNvSpPr>
          <p:nvPr/>
        </p:nvSpPr>
        <p:spPr>
          <a:xfrm>
            <a:off x="417616" y="971550"/>
            <a:ext cx="253835" cy="25717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" name="vector-816">
            <a:extLst>
              <a:ext uri="{FF2B5EF4-FFF2-40B4-BE49-F238E27FC236}">
                <ns2:creationId id="{DC1FEA32-FDFA-481D-91EE-892EAC8AE4AD}"/>
              </a:ext>
            </a:extLst>
          </p:cNvPr>
          <p:cNvSpPr>
            <a:spLocks noGrp="1"/>
          </p:cNvSpPr>
          <p:nvPr/>
        </p:nvSpPr>
        <p:spPr>
          <a:xfrm>
            <a:off x="417616" y="971550"/>
            <a:ext cx="253835" cy="25717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7" name="vector-817">
            <a:extLst>
              <a:ext uri="{FF2B5EF4-FFF2-40B4-BE49-F238E27FC236}">
                <ns2:creationId id="{F914DED3-A5B8-4F37-B3E4-87755B0DB0B3}"/>
              </a:ext>
            </a:extLst>
          </p:cNvPr>
          <p:cNvSpPr>
            <a:spLocks noGrp="1"/>
          </p:cNvSpPr>
          <p:nvPr/>
        </p:nvSpPr>
        <p:spPr>
          <a:xfrm>
            <a:off x="417616" y="971550"/>
            <a:ext cx="253835" cy="25717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8" name="icon-map-818">
            <a:extLst>
              <a:ext uri="{FF2B5EF4-FFF2-40B4-BE49-F238E27FC236}">
                <ns2:creationId id="{3D7B2F38-63DA-4666-90E9-3624410B6A28}"/>
              </a:ext>
            </a:extLst>
          </p:cNvPr>
          <p:cNvSpPr>
            <a:spLocks noGrp="1"/>
          </p:cNvSpPr>
          <p:nvPr/>
        </p:nvSpPr>
        <p:spPr>
          <a:xfrm>
            <a:off x="519150" y="1033272"/>
            <a:ext cx="55844" cy="56579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9" name="text-819">
            <a:extLst>
              <a:ext uri="{FF2B5EF4-FFF2-40B4-BE49-F238E27FC236}">
                <ns2:creationId id="{859A2694-A3FC-4DFF-86E5-8783E7C6B036}"/>
              </a:ext>
            </a:extLst>
          </p:cNvPr>
          <p:cNvSpPr>
            <a:spLocks noGrp="1"/>
          </p:cNvSpPr>
          <p:nvPr/>
        </p:nvSpPr>
        <p:spPr>
          <a:xfrm>
            <a:off x="756062" y="96202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样点缺口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vector-820">
            <a:extLst>
              <a:ext uri="{FF2B5EF4-FFF2-40B4-BE49-F238E27FC236}">
                <ns2:creationId id="{C090C5D8-6E3D-44E5-8BEC-230CA0C498D8}"/>
              </a:ext>
            </a:extLst>
          </p:cNvPr>
          <p:cNvSpPr>
            <a:spLocks noGrp="1"/>
          </p:cNvSpPr>
          <p:nvPr/>
        </p:nvSpPr>
        <p:spPr>
          <a:xfrm>
            <a:off x="474023" y="1733550"/>
            <a:ext cx="940130" cy="9525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1" name="vector-821">
            <a:extLst>
              <a:ext uri="{FF2B5EF4-FFF2-40B4-BE49-F238E27FC236}">
                <ns2:creationId id="{D83C9C1D-955B-4BDC-8BAB-B6E0331ED36A}"/>
              </a:ext>
            </a:extLst>
          </p:cNvPr>
          <p:cNvSpPr>
            <a:spLocks noGrp="1"/>
          </p:cNvSpPr>
          <p:nvPr/>
        </p:nvSpPr>
        <p:spPr>
          <a:xfrm>
            <a:off x="474023" y="1733550"/>
            <a:ext cx="940130" cy="9525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2" name="vector-822">
            <a:extLst>
              <a:ext uri="{FF2B5EF4-FFF2-40B4-BE49-F238E27FC236}">
                <ns2:creationId id="{80B16474-202C-4F16-A89F-8D661E68B50D}"/>
              </a:ext>
            </a:extLst>
          </p:cNvPr>
          <p:cNvSpPr>
            <a:spLocks noGrp="1"/>
          </p:cNvSpPr>
          <p:nvPr/>
        </p:nvSpPr>
        <p:spPr>
          <a:xfrm>
            <a:off x="474023" y="1733550"/>
            <a:ext cx="940130" cy="9525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3" name="icon-map-823">
            <a:extLst>
              <a:ext uri="{FF2B5EF4-FFF2-40B4-BE49-F238E27FC236}">
                <ns2:creationId id="{07073644-9319-48E7-A815-51D3FCF83753}"/>
              </a:ext>
            </a:extLst>
          </p:cNvPr>
          <p:cNvSpPr>
            <a:spLocks noGrp="1"/>
          </p:cNvSpPr>
          <p:nvPr/>
        </p:nvSpPr>
        <p:spPr>
          <a:xfrm>
            <a:off x="850075" y="1962150"/>
            <a:ext cx="206829" cy="20955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4" name="text-824">
            <a:extLst>
              <a:ext uri="{FF2B5EF4-FFF2-40B4-BE49-F238E27FC236}">
                <ns2:creationId id="{59373472-96F1-425A-9014-E97AD7F6226C}"/>
              </a:ext>
            </a:extLst>
          </p:cNvPr>
          <p:cNvSpPr>
            <a:spLocks noGrp="1"/>
          </p:cNvSpPr>
          <p:nvPr/>
        </p:nvSpPr>
        <p:spPr>
          <a:xfrm>
            <a:off x="1583377" y="14859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5" name="text-825">
            <a:extLst>
              <a:ext uri="{FF2B5EF4-FFF2-40B4-BE49-F238E27FC236}">
                <ns2:creationId id="{F2E4ED94-DED4-4E85-A3FC-6EE02B269E1C}"/>
              </a:ext>
            </a:extLst>
          </p:cNvPr>
          <p:cNvSpPr>
            <a:spLocks noGrp="1"/>
          </p:cNvSpPr>
          <p:nvPr/>
        </p:nvSpPr>
        <p:spPr>
          <a:xfrm>
            <a:off x="1583377" y="178117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林内D回收文件不完整</a:t>
            </a:r>
            <a:endParaRPr/>
          </a:p>
        </p:txBody>
      </p:sp>
      <p:sp>
        <p:nvSpPr>
          <p:cNvPr id="16" name="line-826">
            <a:extLst>
              <a:ext uri="{FF2B5EF4-FFF2-40B4-BE49-F238E27FC236}">
                <ns2:creationId id="{64A78E1B-40E1-4BCB-ADC6-45A2FAA7352D}"/>
              </a:ext>
            </a:extLst>
          </p:cNvPr>
          <p:cNvSpPr>
            <a:spLocks noGrp="1"/>
          </p:cNvSpPr>
          <p:nvPr/>
        </p:nvSpPr>
        <p:spPr>
          <a:xfrm>
            <a:off x="1583377" y="2390775"/>
            <a:ext cx="2246910" cy="95"/>
          </a:xfrm>
          <a:prstGeom prst="line">
            <a:avLst/>
          </a:prstGeom>
          <a:noFill/>
          <a:ln w="14288">
            <a:solidFill>
              <a:srgbClr val="D5E9EE"/>
            </a:solidFill>
            <a:prstDash val="solid"/>
          </a:ln>
        </p:spPr>
      </p:sp>
      <p:sp>
        <p:nvSpPr>
          <p:cNvPr id="17" name="text-827">
            <a:extLst>
              <a:ext uri="{FF2B5EF4-FFF2-40B4-BE49-F238E27FC236}">
                <ns2:creationId id="{054957C0-B00E-4FA1-91F3-80408519E02F}"/>
              </a:ext>
            </a:extLst>
          </p:cNvPr>
          <p:cNvSpPr>
            <a:spLocks noGrp="1"/>
          </p:cNvSpPr>
          <p:nvPr/>
        </p:nvSpPr>
        <p:spPr>
          <a:xfrm>
            <a:off x="1583377" y="24955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8" name="text-828">
            <a:extLst>
              <a:ext uri="{FF2B5EF4-FFF2-40B4-BE49-F238E27FC236}">
                <ns2:creationId id="{C3E16F33-6CCE-4B2D-BA8D-08E4ECBC933E}"/>
              </a:ext>
            </a:extLst>
          </p:cNvPr>
          <p:cNvSpPr>
            <a:spLocks noGrp="1"/>
          </p:cNvSpPr>
          <p:nvPr/>
        </p:nvSpPr>
        <p:spPr>
          <a:xfrm>
            <a:off x="1583377" y="279082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补查设备与存储记录</a:t>
            </a:r>
            <a:endParaRPr/>
          </a:p>
        </p:txBody>
      </p:sp>
      <p:sp>
        <p:nvSpPr>
          <p:cNvPr id="19" name="panel-829">
            <a:extLst>
              <a:ext uri="{FF2B5EF4-FFF2-40B4-BE49-F238E27FC236}">
                <ns2:creationId id="{B9050D2B-E969-40E7-8814-E06463138D82}"/>
              </a:ext>
            </a:extLst>
          </p:cNvPr>
          <p:cNvSpPr>
            <a:spLocks noGrp="1"/>
          </p:cNvSpPr>
          <p:nvPr/>
        </p:nvSpPr>
        <p:spPr>
          <a:xfrm>
            <a:off x="4225142" y="89535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20" name="shape-830">
            <a:extLst>
              <a:ext uri="{FF2B5EF4-FFF2-40B4-BE49-F238E27FC236}">
                <ns2:creationId id="{B686954F-8B04-4451-8040-483F68F55D29}"/>
              </a:ext>
            </a:extLst>
          </p:cNvPr>
          <p:cNvSpPr>
            <a:spLocks noGrp="1"/>
          </p:cNvSpPr>
          <p:nvPr/>
        </p:nvSpPr>
        <p:spPr>
          <a:xfrm>
            <a:off x="4234543" y="904875"/>
            <a:ext cx="3732316" cy="400050"/>
          </a:xfrm>
          <a:prstGeom prst="rect">
            <a:avLst>
              <a:gd name="adj" fmla="val 19048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21" name="icon-grid-831">
            <a:extLst>
              <a:ext uri="{FF2B5EF4-FFF2-40B4-BE49-F238E27FC236}">
                <ns2:creationId id="{01C61DE0-F573-43E4-A247-FF934C239349}"/>
              </a:ext>
            </a:extLst>
          </p:cNvPr>
          <p:cNvSpPr>
            <a:spLocks noGrp="1"/>
          </p:cNvSpPr>
          <p:nvPr/>
        </p:nvSpPr>
        <p:spPr>
          <a:xfrm>
            <a:off x="4358264" y="992124"/>
            <a:ext cx="213221" cy="216027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22" name="vector-832">
            <a:extLst>
              <a:ext uri="{FF2B5EF4-FFF2-40B4-BE49-F238E27FC236}">
                <ns2:creationId id="{198E055E-8FA3-4A1B-83E2-882C90E0A21E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23" name="vector-833">
            <a:extLst>
              <a:ext uri="{FF2B5EF4-FFF2-40B4-BE49-F238E27FC236}">
                <ns2:creationId id="{68B381BC-D897-4A6A-803A-FF9DA4F191F8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24" name="vector-834">
            <a:extLst>
              <a:ext uri="{FF2B5EF4-FFF2-40B4-BE49-F238E27FC236}">
                <ns2:creationId id="{474E1845-F872-4448-A4BA-7BE19847FE1F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25" name="vector-835">
            <a:extLst>
              <a:ext uri="{FF2B5EF4-FFF2-40B4-BE49-F238E27FC236}">
                <ns2:creationId id="{3F2C5E25-1C38-46B2-BAAC-6697A2108930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26" name="vector-836">
            <a:extLst>
              <a:ext uri="{FF2B5EF4-FFF2-40B4-BE49-F238E27FC236}">
                <ns2:creationId id="{FFDF2836-0FCF-414D-BCD6-34F66E3468BA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27" name="vector-837">
            <a:extLst>
              <a:ext uri="{FF2B5EF4-FFF2-40B4-BE49-F238E27FC236}">
                <ns2:creationId id="{C009E4BB-E684-457F-891E-DD5426FBC964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28" name="text-838">
            <a:extLst>
              <a:ext uri="{FF2B5EF4-FFF2-40B4-BE49-F238E27FC236}">
                <ns2:creationId id="{2B6A8FA3-E758-41DC-8303-0F8CF5D8106C}"/>
              </a:ext>
            </a:extLst>
          </p:cNvPr>
          <p:cNvSpPr>
            <a:spLocks noGrp="1"/>
          </p:cNvSpPr>
          <p:nvPr/>
        </p:nvSpPr>
        <p:spPr>
          <a:xfrm>
            <a:off x="4676404" y="96202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时间口径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" name="icon-grid-839">
            <a:extLst>
              <a:ext uri="{FF2B5EF4-FFF2-40B4-BE49-F238E27FC236}">
                <ns2:creationId id="{7D57C7AB-7347-432B-9CB4-B091418BFA49}"/>
              </a:ext>
            </a:extLst>
          </p:cNvPr>
          <p:cNvSpPr>
            <a:spLocks noGrp="1"/>
          </p:cNvSpPr>
          <p:nvPr/>
        </p:nvSpPr>
        <p:spPr>
          <a:xfrm>
            <a:off x="4469575" y="1809750"/>
            <a:ext cx="789709" cy="800100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30" name="vector-840">
            <a:extLst>
              <a:ext uri="{FF2B5EF4-FFF2-40B4-BE49-F238E27FC236}">
                <ns2:creationId id="{AE8CEF05-078C-454C-B943-EAE9BC3059DA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1" name="vector-841">
            <a:extLst>
              <a:ext uri="{FF2B5EF4-FFF2-40B4-BE49-F238E27FC236}">
                <ns2:creationId id="{F7CCDB68-D60A-4DD4-8051-1E4F13DF8966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2" name="vector-842">
            <a:extLst>
              <a:ext uri="{FF2B5EF4-FFF2-40B4-BE49-F238E27FC236}">
                <ns2:creationId id="{6A03EC00-46C5-46DA-A50B-B32055398F69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3" name="vector-843">
            <a:extLst>
              <a:ext uri="{FF2B5EF4-FFF2-40B4-BE49-F238E27FC236}">
                <ns2:creationId id="{0EB5089A-F8A7-4CAF-B690-E5CD343DFE5D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4" name="vector-844">
            <a:extLst>
              <a:ext uri="{FF2B5EF4-FFF2-40B4-BE49-F238E27FC236}">
                <ns2:creationId id="{A1D78E79-4D95-45D0-99C2-8356C17058B2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5" name="vector-845">
            <a:extLst>
              <a:ext uri="{FF2B5EF4-FFF2-40B4-BE49-F238E27FC236}">
                <ns2:creationId id="{AADB899B-C4E0-44EB-BCEA-A93B1AF91B38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6" name="text-846">
            <a:extLst>
              <a:ext uri="{FF2B5EF4-FFF2-40B4-BE49-F238E27FC236}">
                <ns2:creationId id="{EF2AE18D-AB9D-4E56-9AD8-B00B5EAB563B}"/>
              </a:ext>
            </a:extLst>
          </p:cNvPr>
          <p:cNvSpPr>
            <a:spLocks noGrp="1"/>
          </p:cNvSpPr>
          <p:nvPr/>
        </p:nvSpPr>
        <p:spPr>
          <a:xfrm>
            <a:off x="5503718" y="14859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37" name="text-847">
            <a:extLst>
              <a:ext uri="{FF2B5EF4-FFF2-40B4-BE49-F238E27FC236}">
                <ns2:creationId id="{51CAA1BC-A7FD-4563-B13D-96506B595D21}"/>
              </a:ext>
            </a:extLst>
          </p:cNvPr>
          <p:cNvSpPr>
            <a:spLocks noGrp="1"/>
          </p:cNvSpPr>
          <p:nvPr/>
        </p:nvSpPr>
        <p:spPr>
          <a:xfrm>
            <a:off x="5503718" y="178117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设备时钟存在偏移</a:t>
            </a:r>
            <a:endParaRPr/>
          </a:p>
        </p:txBody>
      </p:sp>
      <p:sp>
        <p:nvSpPr>
          <p:cNvPr id="38" name="line-848">
            <a:extLst>
              <a:ext uri="{FF2B5EF4-FFF2-40B4-BE49-F238E27FC236}">
                <ns2:creationId id="{49F66471-59B7-40B8-BB1C-8B5A8ECF65FA}"/>
              </a:ext>
            </a:extLst>
          </p:cNvPr>
          <p:cNvSpPr>
            <a:spLocks noGrp="1"/>
          </p:cNvSpPr>
          <p:nvPr/>
        </p:nvSpPr>
        <p:spPr>
          <a:xfrm>
            <a:off x="5503718" y="2390775"/>
            <a:ext cx="2246910" cy="95"/>
          </a:xfrm>
          <a:prstGeom prst="line">
            <a:avLst/>
          </a:prstGeom>
          <a:noFill/>
          <a:ln w="14288">
            <a:solidFill>
              <a:srgbClr val="D5E9EE"/>
            </a:solidFill>
            <a:prstDash val="solid"/>
          </a:ln>
        </p:spPr>
      </p:sp>
      <p:sp>
        <p:nvSpPr>
          <p:cNvPr id="39" name="text-849">
            <a:extLst>
              <a:ext uri="{FF2B5EF4-FFF2-40B4-BE49-F238E27FC236}">
                <ns2:creationId id="{09315D1A-D69A-4D94-B1BF-EEF4729924ED}"/>
              </a:ext>
            </a:extLst>
          </p:cNvPr>
          <p:cNvSpPr>
            <a:spLocks noGrp="1"/>
          </p:cNvSpPr>
          <p:nvPr/>
        </p:nvSpPr>
        <p:spPr>
          <a:xfrm>
            <a:off x="5503718" y="24955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40" name="text-850">
            <a:extLst>
              <a:ext uri="{FF2B5EF4-FFF2-40B4-BE49-F238E27FC236}">
                <ns2:creationId id="{444AFA24-39B6-472A-BE3A-B47412947017}"/>
              </a:ext>
            </a:extLst>
          </p:cNvPr>
          <p:cNvSpPr>
            <a:spLocks noGrp="1"/>
          </p:cNvSpPr>
          <p:nvPr/>
        </p:nvSpPr>
        <p:spPr>
          <a:xfrm>
            <a:off x="5503718" y="279082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核对时间并保留原值</a:t>
            </a:r>
            <a:endParaRPr/>
          </a:p>
        </p:txBody>
      </p:sp>
      <p:sp>
        <p:nvSpPr>
          <p:cNvPr id="41" name="panel-851">
            <a:extLst>
              <a:ext uri="{FF2B5EF4-FFF2-40B4-BE49-F238E27FC236}">
                <ns2:creationId id="{E7215D9E-87CF-4B52-A8F9-CD80EBAD908B}"/>
              </a:ext>
            </a:extLst>
          </p:cNvPr>
          <p:cNvSpPr>
            <a:spLocks noGrp="1"/>
          </p:cNvSpPr>
          <p:nvPr/>
        </p:nvSpPr>
        <p:spPr>
          <a:xfrm>
            <a:off x="8145483" y="89535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42" name="shape-852">
            <a:extLst>
              <a:ext uri="{FF2B5EF4-FFF2-40B4-BE49-F238E27FC236}">
                <ns2:creationId id="{D27890B0-2BF1-4CC1-98D3-AB8C8438F811}"/>
              </a:ext>
            </a:extLst>
          </p:cNvPr>
          <p:cNvSpPr>
            <a:spLocks noGrp="1"/>
          </p:cNvSpPr>
          <p:nvPr/>
        </p:nvSpPr>
        <p:spPr>
          <a:xfrm>
            <a:off x="8154884" y="904875"/>
            <a:ext cx="3732316" cy="400050"/>
          </a:xfrm>
          <a:prstGeom prst="rect">
            <a:avLst>
              <a:gd name="adj" fmla="val 19048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43" name="icon-camera-853">
            <a:extLst>
              <a:ext uri="{FF2B5EF4-FFF2-40B4-BE49-F238E27FC236}">
                <ns2:creationId id="{C3C8EB94-958D-4666-B2C7-5FEE7C0BD701}"/>
              </a:ext>
            </a:extLst>
          </p:cNvPr>
          <p:cNvSpPr>
            <a:spLocks noGrp="1"/>
          </p:cNvSpPr>
          <p:nvPr/>
        </p:nvSpPr>
        <p:spPr>
          <a:xfrm>
            <a:off x="8276067" y="1030700"/>
            <a:ext cx="218299" cy="156877"/>
          </a:xfrm>
          <a:prstGeom prst="roundRect">
            <a:avLst>
              <a:gd name="adj" fmla="val 48573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44" name="icon-camera-854">
            <a:extLst>
              <a:ext uri="{FF2B5EF4-FFF2-40B4-BE49-F238E27FC236}">
                <ns2:creationId id="{AD9E08EC-5A18-406E-A104-1CE7D28C23CD}"/>
              </a:ext>
            </a:extLst>
          </p:cNvPr>
          <p:cNvSpPr>
            <a:spLocks noGrp="1"/>
          </p:cNvSpPr>
          <p:nvPr/>
        </p:nvSpPr>
        <p:spPr>
          <a:xfrm>
            <a:off x="8342065" y="997268"/>
            <a:ext cx="83766" cy="437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45" name="icon-camera-855">
            <a:extLst>
              <a:ext uri="{FF2B5EF4-FFF2-40B4-BE49-F238E27FC236}">
                <ns2:creationId id="{7DC68AEA-E484-49C1-A0B8-21FC6107D3C5}"/>
              </a:ext>
            </a:extLst>
          </p:cNvPr>
          <p:cNvSpPr>
            <a:spLocks noGrp="1"/>
          </p:cNvSpPr>
          <p:nvPr/>
        </p:nvSpPr>
        <p:spPr>
          <a:xfrm>
            <a:off x="8339526" y="1064133"/>
            <a:ext cx="91381" cy="92583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46" name="icon-camera-856">
            <a:extLst>
              <a:ext uri="{FF2B5EF4-FFF2-40B4-BE49-F238E27FC236}">
                <ns2:creationId id="{3412559E-9F65-4A94-BAC9-84538C329824}"/>
              </a:ext>
            </a:extLst>
          </p:cNvPr>
          <p:cNvSpPr>
            <a:spLocks noGrp="1"/>
          </p:cNvSpPr>
          <p:nvPr/>
        </p:nvSpPr>
        <p:spPr>
          <a:xfrm>
            <a:off x="8446137" y="1051274"/>
            <a:ext cx="20307" cy="20574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47" name="text-857">
            <a:extLst>
              <a:ext uri="{FF2B5EF4-FFF2-40B4-BE49-F238E27FC236}">
                <ns2:creationId id="{F56D1759-064E-43B4-B474-7A3A474B9C5B}"/>
              </a:ext>
            </a:extLst>
          </p:cNvPr>
          <p:cNvSpPr>
            <a:spLocks noGrp="1"/>
          </p:cNvSpPr>
          <p:nvPr/>
        </p:nvSpPr>
        <p:spPr>
          <a:xfrm>
            <a:off x="8596745" y="96202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物种识别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" name="icon-camera-858">
            <a:extLst>
              <a:ext uri="{FF2B5EF4-FFF2-40B4-BE49-F238E27FC236}">
                <ns2:creationId id="{1DBB85F9-5EA4-4878-BFDB-4AACC03C3687}"/>
              </a:ext>
            </a:extLst>
          </p:cNvPr>
          <p:cNvSpPr>
            <a:spLocks noGrp="1"/>
          </p:cNvSpPr>
          <p:nvPr/>
        </p:nvSpPr>
        <p:spPr>
          <a:xfrm>
            <a:off x="8380516" y="1952625"/>
            <a:ext cx="808512" cy="581025"/>
          </a:xfrm>
          <a:prstGeom prst="roundRect">
            <a:avLst>
              <a:gd name="adj" fmla="val 13115"/>
            </a:avLst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49" name="icon-camera-859">
            <a:extLst>
              <a:ext uri="{FF2B5EF4-FFF2-40B4-BE49-F238E27FC236}">
                <ns2:creationId id="{FA10A094-135C-4601-A08C-7F406435B4F1}"/>
              </a:ext>
            </a:extLst>
          </p:cNvPr>
          <p:cNvSpPr>
            <a:spLocks noGrp="1"/>
          </p:cNvSpPr>
          <p:nvPr/>
        </p:nvSpPr>
        <p:spPr>
          <a:xfrm>
            <a:off x="8624949" y="1828800"/>
            <a:ext cx="310243" cy="161925"/>
          </a:xfrm>
          <a:prstGeom prst="roundRect">
            <a:avLst>
              <a:gd name="adj" fmla="val 47059"/>
            </a:avLst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50" name="icon-camera-860">
            <a:extLst>
              <a:ext uri="{FF2B5EF4-FFF2-40B4-BE49-F238E27FC236}">
                <ns2:creationId id="{F975F45B-1B5C-40AD-952F-FC97C09073FA}"/>
              </a:ext>
            </a:extLst>
          </p:cNvPr>
          <p:cNvSpPr>
            <a:spLocks noGrp="1"/>
          </p:cNvSpPr>
          <p:nvPr/>
        </p:nvSpPr>
        <p:spPr>
          <a:xfrm>
            <a:off x="8615548" y="2076450"/>
            <a:ext cx="338447" cy="34290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1" name="icon-camera-861">
            <a:extLst>
              <a:ext uri="{FF2B5EF4-FFF2-40B4-BE49-F238E27FC236}">
                <ns2:creationId id="{23F118D0-DA5D-41CE-A6BD-F98A786FB439}"/>
              </a:ext>
            </a:extLst>
          </p:cNvPr>
          <p:cNvSpPr>
            <a:spLocks noGrp="1"/>
          </p:cNvSpPr>
          <p:nvPr/>
        </p:nvSpPr>
        <p:spPr>
          <a:xfrm>
            <a:off x="9010403" y="2028825"/>
            <a:ext cx="75210" cy="7620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2" name="text-862">
            <a:extLst>
              <a:ext uri="{FF2B5EF4-FFF2-40B4-BE49-F238E27FC236}">
                <ns2:creationId id="{15BD2C19-93C4-47CD-8273-AA2FA6F3A779}"/>
              </a:ext>
            </a:extLst>
          </p:cNvPr>
          <p:cNvSpPr>
            <a:spLocks noGrp="1"/>
          </p:cNvSpPr>
          <p:nvPr/>
        </p:nvSpPr>
        <p:spPr>
          <a:xfrm>
            <a:off x="9424060" y="14859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53" name="text-863">
            <a:extLst>
              <a:ext uri="{FF2B5EF4-FFF2-40B4-BE49-F238E27FC236}">
                <ns2:creationId id="{22A23CDA-E8A5-47F4-BED3-1CEB320735B1}"/>
              </a:ext>
            </a:extLst>
          </p:cNvPr>
          <p:cNvSpPr>
            <a:spLocks noGrp="1"/>
          </p:cNvSpPr>
          <p:nvPr/>
        </p:nvSpPr>
        <p:spPr>
          <a:xfrm>
            <a:off x="9424060" y="178117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夜间模糊影像有争议</a:t>
            </a:r>
            <a:endParaRPr/>
          </a:p>
        </p:txBody>
      </p:sp>
      <p:sp>
        <p:nvSpPr>
          <p:cNvPr id="54" name="line-864">
            <a:extLst>
              <a:ext uri="{FF2B5EF4-FFF2-40B4-BE49-F238E27FC236}">
                <ns2:creationId id="{47089BEF-D5D3-49D6-9857-DB62A6F8ECAF}"/>
              </a:ext>
            </a:extLst>
          </p:cNvPr>
          <p:cNvSpPr>
            <a:spLocks noGrp="1"/>
          </p:cNvSpPr>
          <p:nvPr/>
        </p:nvSpPr>
        <p:spPr>
          <a:xfrm>
            <a:off x="9424060" y="2390775"/>
            <a:ext cx="2246910" cy="95"/>
          </a:xfrm>
          <a:prstGeom prst="line">
            <a:avLst/>
          </a:prstGeom>
          <a:noFill/>
          <a:ln w="14288">
            <a:solidFill>
              <a:srgbClr val="D5E9EE"/>
            </a:solidFill>
            <a:prstDash val="solid"/>
          </a:ln>
        </p:spPr>
      </p:sp>
      <p:sp>
        <p:nvSpPr>
          <p:cNvPr id="55" name="text-865">
            <a:extLst>
              <a:ext uri="{FF2B5EF4-FFF2-40B4-BE49-F238E27FC236}">
                <ns2:creationId id="{223EE566-BB80-4EF6-B4A1-51E769850657}"/>
              </a:ext>
            </a:extLst>
          </p:cNvPr>
          <p:cNvSpPr>
            <a:spLocks noGrp="1"/>
          </p:cNvSpPr>
          <p:nvPr/>
        </p:nvSpPr>
        <p:spPr>
          <a:xfrm>
            <a:off x="9424060" y="24955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56" name="text-866">
            <a:extLst>
              <a:ext uri="{FF2B5EF4-FFF2-40B4-BE49-F238E27FC236}">
                <ns2:creationId id="{1D3B7DB3-E9E4-4BB1-B1C9-6BB85B28E795}"/>
              </a:ext>
            </a:extLst>
          </p:cNvPr>
          <p:cNvSpPr>
            <a:spLocks noGrp="1"/>
          </p:cNvSpPr>
          <p:nvPr/>
        </p:nvSpPr>
        <p:spPr>
          <a:xfrm>
            <a:off x="9424060" y="279082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进行双人复核</a:t>
            </a:r>
            <a:endParaRPr/>
          </a:p>
        </p:txBody>
      </p:sp>
      <p:sp>
        <p:nvSpPr>
          <p:cNvPr id="57" name="panel-867">
            <a:extLst>
              <a:ext uri="{FF2B5EF4-FFF2-40B4-BE49-F238E27FC236}">
                <ns2:creationId id="{84DC462F-BE86-4589-9621-F06F971454E4}"/>
              </a:ext>
            </a:extLst>
          </p:cNvPr>
          <p:cNvSpPr>
            <a:spLocks noGrp="1"/>
          </p:cNvSpPr>
          <p:nvPr/>
        </p:nvSpPr>
        <p:spPr>
          <a:xfrm>
            <a:off x="304800" y="350520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58" name="shape-868">
            <a:extLst>
              <a:ext uri="{FF2B5EF4-FFF2-40B4-BE49-F238E27FC236}">
                <ns2:creationId id="{9BC45A80-BBA5-48FF-86DB-FBB5DC3D92CC}"/>
              </a:ext>
            </a:extLst>
          </p:cNvPr>
          <p:cNvSpPr>
            <a:spLocks noGrp="1"/>
          </p:cNvSpPr>
          <p:nvPr/>
        </p:nvSpPr>
        <p:spPr>
          <a:xfrm>
            <a:off x="314201" y="3514725"/>
            <a:ext cx="3732316" cy="400050"/>
          </a:xfrm>
          <a:prstGeom prst="rect">
            <a:avLst>
              <a:gd name="adj" fmla="val 19048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59" name="vector-869">
            <a:extLst>
              <a:ext uri="{FF2B5EF4-FFF2-40B4-BE49-F238E27FC236}">
                <ns2:creationId id="{288C6935-20AE-4206-97D9-0EAC4B15686B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0" name="vector-870">
            <a:extLst>
              <a:ext uri="{FF2B5EF4-FFF2-40B4-BE49-F238E27FC236}">
                <ns2:creationId id="{BA2C426A-4620-4997-A71D-5FA9A6BFA7E6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1" name="vector-871">
            <a:extLst>
              <a:ext uri="{FF2B5EF4-FFF2-40B4-BE49-F238E27FC236}">
                <ns2:creationId id="{D073A4A2-909D-4F96-B987-565183FB7DAD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2" name="vector-872">
            <a:extLst>
              <a:ext uri="{FF2B5EF4-FFF2-40B4-BE49-F238E27FC236}">
                <ns2:creationId id="{A958E7CB-0B6D-4CA1-AAFF-7B2387ACABAD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3" name="vector-873">
            <a:extLst>
              <a:ext uri="{FF2B5EF4-FFF2-40B4-BE49-F238E27FC236}">
                <ns2:creationId id="{906BDB2D-C409-49CE-A7FE-A762972C1969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4" name="vector-874">
            <a:extLst>
              <a:ext uri="{FF2B5EF4-FFF2-40B4-BE49-F238E27FC236}">
                <ns2:creationId id="{A447156A-077A-4646-A6EB-DF7A04001F4D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5" name="vector-875">
            <a:extLst>
              <a:ext uri="{FF2B5EF4-FFF2-40B4-BE49-F238E27FC236}">
                <ns2:creationId id="{3A069FB0-8C85-455A-BE43-9F5DB6C0405B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6" name="icon-network-876">
            <a:extLst>
              <a:ext uri="{FF2B5EF4-FFF2-40B4-BE49-F238E27FC236}">
                <ns2:creationId id="{DDE8B522-F563-4C56-880F-57C09D916E48}"/>
              </a:ext>
            </a:extLst>
          </p:cNvPr>
          <p:cNvSpPr>
            <a:spLocks noGrp="1"/>
          </p:cNvSpPr>
          <p:nvPr/>
        </p:nvSpPr>
        <p:spPr>
          <a:xfrm>
            <a:off x="432846" y="3658553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7" name="icon-network-877">
            <a:extLst>
              <a:ext uri="{FF2B5EF4-FFF2-40B4-BE49-F238E27FC236}">
                <ns2:creationId id="{3175FDCB-067D-4E36-8611-1533D9BBB932}"/>
              </a:ext>
            </a:extLst>
          </p:cNvPr>
          <p:cNvSpPr>
            <a:spLocks noGrp="1"/>
          </p:cNvSpPr>
          <p:nvPr/>
        </p:nvSpPr>
        <p:spPr>
          <a:xfrm>
            <a:off x="514073" y="3594259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8" name="icon-network-878">
            <a:extLst>
              <a:ext uri="{FF2B5EF4-FFF2-40B4-BE49-F238E27FC236}">
                <ns2:creationId id="{024605D2-C321-4CB6-8BD4-3022230CE059}"/>
              </a:ext>
            </a:extLst>
          </p:cNvPr>
          <p:cNvSpPr>
            <a:spLocks noGrp="1"/>
          </p:cNvSpPr>
          <p:nvPr/>
        </p:nvSpPr>
        <p:spPr>
          <a:xfrm>
            <a:off x="613069" y="3640550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9" name="icon-network-879">
            <a:extLst>
              <a:ext uri="{FF2B5EF4-FFF2-40B4-BE49-F238E27FC236}">
                <ns2:creationId id="{AA0F662D-1375-40EC-9FFE-A774F5E43BC7}"/>
              </a:ext>
            </a:extLst>
          </p:cNvPr>
          <p:cNvSpPr>
            <a:spLocks noGrp="1"/>
          </p:cNvSpPr>
          <p:nvPr/>
        </p:nvSpPr>
        <p:spPr>
          <a:xfrm>
            <a:off x="574993" y="3776853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0" name="icon-network-880">
            <a:extLst>
              <a:ext uri="{FF2B5EF4-FFF2-40B4-BE49-F238E27FC236}">
                <ns2:creationId id="{78F43E62-5F4A-4F34-8798-5E696CC158FC}"/>
              </a:ext>
            </a:extLst>
          </p:cNvPr>
          <p:cNvSpPr>
            <a:spLocks noGrp="1"/>
          </p:cNvSpPr>
          <p:nvPr/>
        </p:nvSpPr>
        <p:spPr>
          <a:xfrm>
            <a:off x="460768" y="3774281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1" name="text-881">
            <a:extLst>
              <a:ext uri="{FF2B5EF4-FFF2-40B4-BE49-F238E27FC236}">
                <ns2:creationId id="{402F6C0D-00B8-4CFF-8024-525895A0DDE3}"/>
              </a:ext>
            </a:extLst>
          </p:cNvPr>
          <p:cNvSpPr>
            <a:spLocks noGrp="1"/>
          </p:cNvSpPr>
          <p:nvPr/>
        </p:nvSpPr>
        <p:spPr>
          <a:xfrm>
            <a:off x="756062" y="357187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记录独立性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" name="vector-882">
            <a:extLst>
              <a:ext uri="{FF2B5EF4-FFF2-40B4-BE49-F238E27FC236}">
                <ns2:creationId id="{75B04C26-D9DF-4034-B372-A664631F6AC9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73" name="vector-883">
            <a:extLst>
              <a:ext uri="{FF2B5EF4-FFF2-40B4-BE49-F238E27FC236}">
                <ns2:creationId id="{D0D465E4-509D-4B66-A9AE-6EFA16A42141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74" name="vector-884">
            <a:extLst>
              <a:ext uri="{FF2B5EF4-FFF2-40B4-BE49-F238E27FC236}">
                <ns2:creationId id="{D5A4C432-B506-4B20-906C-20DE9CE5D993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75" name="vector-885">
            <a:extLst>
              <a:ext uri="{FF2B5EF4-FFF2-40B4-BE49-F238E27FC236}">
                <ns2:creationId id="{8F7E792E-1859-4C42-9F5D-65E90FBD0969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76" name="vector-886">
            <a:extLst>
              <a:ext uri="{FF2B5EF4-FFF2-40B4-BE49-F238E27FC236}">
                <ns2:creationId id="{96436859-3B92-48DB-B2EF-652F65F6A558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77" name="vector-887">
            <a:extLst>
              <a:ext uri="{FF2B5EF4-FFF2-40B4-BE49-F238E27FC236}">
                <ns2:creationId id="{E0EA5027-9E04-4AEF-9968-864DABA2BF73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78" name="vector-888">
            <a:extLst>
              <a:ext uri="{FF2B5EF4-FFF2-40B4-BE49-F238E27FC236}">
                <ns2:creationId id="{2900469B-F8EE-4DF8-9370-F371774C91B3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79" name="icon-network-889">
            <a:extLst>
              <a:ext uri="{FF2B5EF4-FFF2-40B4-BE49-F238E27FC236}">
                <ns2:creationId id="{1FCD7DFC-C60B-42E2-B9F4-A267B8C61A4F}"/>
              </a:ext>
            </a:extLst>
          </p:cNvPr>
          <p:cNvSpPr>
            <a:spLocks noGrp="1"/>
          </p:cNvSpPr>
          <p:nvPr/>
        </p:nvSpPr>
        <p:spPr>
          <a:xfrm>
            <a:off x="530431" y="4629150"/>
            <a:ext cx="131618" cy="133350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80" name="icon-network-890">
            <a:extLst>
              <a:ext uri="{FF2B5EF4-FFF2-40B4-BE49-F238E27FC236}">
                <ns2:creationId id="{ADA1329D-7973-4775-BD3B-93E0D0441332}"/>
              </a:ext>
            </a:extLst>
          </p:cNvPr>
          <p:cNvSpPr>
            <a:spLocks noGrp="1"/>
          </p:cNvSpPr>
          <p:nvPr/>
        </p:nvSpPr>
        <p:spPr>
          <a:xfrm>
            <a:off x="831273" y="4391025"/>
            <a:ext cx="131618" cy="133350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81" name="icon-network-891">
            <a:extLst>
              <a:ext uri="{FF2B5EF4-FFF2-40B4-BE49-F238E27FC236}">
                <ns2:creationId id="{BDE5D1DF-6F90-4ADE-880D-7027D8A81B5B}"/>
              </a:ext>
            </a:extLst>
          </p:cNvPr>
          <p:cNvSpPr>
            <a:spLocks noGrp="1"/>
          </p:cNvSpPr>
          <p:nvPr/>
        </p:nvSpPr>
        <p:spPr>
          <a:xfrm>
            <a:off x="1197923" y="4562475"/>
            <a:ext cx="131618" cy="133350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82" name="icon-network-892">
            <a:extLst>
              <a:ext uri="{FF2B5EF4-FFF2-40B4-BE49-F238E27FC236}">
                <ns2:creationId id="{AAD1AB06-16C7-4336-B9F9-EF4CA93EFEE0}"/>
              </a:ext>
            </a:extLst>
          </p:cNvPr>
          <p:cNvSpPr>
            <a:spLocks noGrp="1"/>
          </p:cNvSpPr>
          <p:nvPr/>
        </p:nvSpPr>
        <p:spPr>
          <a:xfrm>
            <a:off x="1056904" y="5067300"/>
            <a:ext cx="131618" cy="133350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83" name="icon-network-893">
            <a:extLst>
              <a:ext uri="{FF2B5EF4-FFF2-40B4-BE49-F238E27FC236}">
                <ns2:creationId id="{BA4D73E9-9C4D-47C9-BD73-9A833CFBDE6C}"/>
              </a:ext>
            </a:extLst>
          </p:cNvPr>
          <p:cNvSpPr>
            <a:spLocks noGrp="1"/>
          </p:cNvSpPr>
          <p:nvPr/>
        </p:nvSpPr>
        <p:spPr>
          <a:xfrm>
            <a:off x="633845" y="5057775"/>
            <a:ext cx="131618" cy="133350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84" name="text-894">
            <a:extLst>
              <a:ext uri="{FF2B5EF4-FFF2-40B4-BE49-F238E27FC236}">
                <ns2:creationId id="{761E1876-2B1A-46D6-8715-E07E33F71D54}"/>
              </a:ext>
            </a:extLst>
          </p:cNvPr>
          <p:cNvSpPr>
            <a:spLocks noGrp="1"/>
          </p:cNvSpPr>
          <p:nvPr/>
        </p:nvSpPr>
        <p:spPr>
          <a:xfrm>
            <a:off x="1583377" y="40957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85" name="text-895">
            <a:extLst>
              <a:ext uri="{FF2B5EF4-FFF2-40B4-BE49-F238E27FC236}">
                <ns2:creationId id="{DA1F54A6-A4DE-4F05-BBC4-81A2A257AF04}"/>
              </a:ext>
            </a:extLst>
          </p:cNvPr>
          <p:cNvSpPr>
            <a:spLocks noGrp="1"/>
          </p:cNvSpPr>
          <p:nvPr/>
        </p:nvSpPr>
        <p:spPr>
          <a:xfrm>
            <a:off x="1583377" y="439102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连续触发可能重复计数</a:t>
            </a:r>
            <a:endParaRPr/>
          </a:p>
        </p:txBody>
      </p:sp>
      <p:sp>
        <p:nvSpPr>
          <p:cNvPr id="86" name="line-896">
            <a:extLst>
              <a:ext uri="{FF2B5EF4-FFF2-40B4-BE49-F238E27FC236}">
                <ns2:creationId id="{B2C8AABA-F857-4DDE-B2F7-D4231F023BA3}"/>
              </a:ext>
            </a:extLst>
          </p:cNvPr>
          <p:cNvSpPr>
            <a:spLocks noGrp="1"/>
          </p:cNvSpPr>
          <p:nvPr/>
        </p:nvSpPr>
        <p:spPr>
          <a:xfrm>
            <a:off x="1583377" y="5000625"/>
            <a:ext cx="2246910" cy="95"/>
          </a:xfrm>
          <a:prstGeom prst="line">
            <a:avLst/>
          </a:prstGeom>
          <a:noFill/>
          <a:ln w="14288">
            <a:solidFill>
              <a:srgbClr val="D5E9EE"/>
            </a:solidFill>
            <a:prstDash val="solid"/>
          </a:ln>
        </p:spPr>
      </p:sp>
      <p:sp>
        <p:nvSpPr>
          <p:cNvPr id="87" name="text-897">
            <a:extLst>
              <a:ext uri="{FF2B5EF4-FFF2-40B4-BE49-F238E27FC236}">
                <ns2:creationId id="{823D2A94-1B77-4030-AA19-F20B2476126C}"/>
              </a:ext>
            </a:extLst>
          </p:cNvPr>
          <p:cNvSpPr>
            <a:spLocks noGrp="1"/>
          </p:cNvSpPr>
          <p:nvPr/>
        </p:nvSpPr>
        <p:spPr>
          <a:xfrm>
            <a:off x="1583377" y="51054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88" name="text-898">
            <a:extLst>
              <a:ext uri="{FF2B5EF4-FFF2-40B4-BE49-F238E27FC236}">
                <ns2:creationId id="{31A67130-76BB-419F-8DCB-63E14AD5228E}"/>
              </a:ext>
            </a:extLst>
          </p:cNvPr>
          <p:cNvSpPr>
            <a:spLocks noGrp="1"/>
          </p:cNvSpPr>
          <p:nvPr/>
        </p:nvSpPr>
        <p:spPr>
          <a:xfrm>
            <a:off x="1583377" y="540067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统一独立事件规则</a:t>
            </a:r>
            <a:endParaRPr/>
          </a:p>
        </p:txBody>
      </p:sp>
      <p:sp>
        <p:nvSpPr>
          <p:cNvPr id="89" name="panel-899">
            <a:extLst>
              <a:ext uri="{FF2B5EF4-FFF2-40B4-BE49-F238E27FC236}">
                <ns2:creationId id="{51527BE0-625E-4AFA-BECE-9E87A194CB91}"/>
              </a:ext>
            </a:extLst>
          </p:cNvPr>
          <p:cNvSpPr>
            <a:spLocks noGrp="1"/>
          </p:cNvSpPr>
          <p:nvPr/>
        </p:nvSpPr>
        <p:spPr>
          <a:xfrm>
            <a:off x="4225142" y="350520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90" name="shape-900">
            <a:extLst>
              <a:ext uri="{FF2B5EF4-FFF2-40B4-BE49-F238E27FC236}">
                <ns2:creationId id="{1D410AF0-0F7C-461C-B523-F4B7E3CB11E6}"/>
              </a:ext>
            </a:extLst>
          </p:cNvPr>
          <p:cNvSpPr>
            <a:spLocks noGrp="1"/>
          </p:cNvSpPr>
          <p:nvPr/>
        </p:nvSpPr>
        <p:spPr>
          <a:xfrm>
            <a:off x="4234543" y="3514725"/>
            <a:ext cx="3732316" cy="400050"/>
          </a:xfrm>
          <a:prstGeom prst="rect">
            <a:avLst>
              <a:gd name="adj" fmla="val 19048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91" name="vector-901">
            <a:extLst>
              <a:ext uri="{FF2B5EF4-FFF2-40B4-BE49-F238E27FC236}">
                <ns2:creationId id="{FEB66B01-D24D-4209-8FAA-590621179702}"/>
              </a:ext>
            </a:extLst>
          </p:cNvPr>
          <p:cNvSpPr>
            <a:spLocks noGrp="1"/>
          </p:cNvSpPr>
          <p:nvPr/>
        </p:nvSpPr>
        <p:spPr>
          <a:xfrm>
            <a:off x="4337957" y="3581400"/>
            <a:ext cx="253835" cy="2571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2" name="vector-902">
            <a:extLst>
              <a:ext uri="{FF2B5EF4-FFF2-40B4-BE49-F238E27FC236}">
                <ns2:creationId id="{F34AE9BA-A2F4-4541-8994-F373EF37F4DD}"/>
              </a:ext>
            </a:extLst>
          </p:cNvPr>
          <p:cNvSpPr>
            <a:spLocks noGrp="1"/>
          </p:cNvSpPr>
          <p:nvPr/>
        </p:nvSpPr>
        <p:spPr>
          <a:xfrm>
            <a:off x="4337957" y="3581400"/>
            <a:ext cx="253835" cy="2571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3" name="icon-chart-903">
            <a:extLst>
              <a:ext uri="{FF2B5EF4-FFF2-40B4-BE49-F238E27FC236}">
                <ns2:creationId id="{3EDB9760-079B-46C4-9025-DB7AC2576258}"/>
              </a:ext>
            </a:extLst>
          </p:cNvPr>
          <p:cNvSpPr>
            <a:spLocks noGrp="1"/>
          </p:cNvSpPr>
          <p:nvPr/>
        </p:nvSpPr>
        <p:spPr>
          <a:xfrm>
            <a:off x="4401416" y="3720275"/>
            <a:ext cx="32999" cy="84868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94" name="icon-chart-904">
            <a:extLst>
              <a:ext uri="{FF2B5EF4-FFF2-40B4-BE49-F238E27FC236}">
                <ns2:creationId id="{27A7FBDA-48DC-4642-8911-D551B778D590}"/>
              </a:ext>
            </a:extLst>
          </p:cNvPr>
          <p:cNvSpPr>
            <a:spLocks noGrp="1"/>
          </p:cNvSpPr>
          <p:nvPr/>
        </p:nvSpPr>
        <p:spPr>
          <a:xfrm>
            <a:off x="4457259" y="3673983"/>
            <a:ext cx="32999" cy="131159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95" name="icon-chart-905">
            <a:extLst>
              <a:ext uri="{FF2B5EF4-FFF2-40B4-BE49-F238E27FC236}">
                <ns2:creationId id="{1E8C57C7-CE08-4D7B-837F-C8CA7E7CA8E0}"/>
              </a:ext>
            </a:extLst>
          </p:cNvPr>
          <p:cNvSpPr>
            <a:spLocks noGrp="1"/>
          </p:cNvSpPr>
          <p:nvPr/>
        </p:nvSpPr>
        <p:spPr>
          <a:xfrm>
            <a:off x="4513104" y="3622548"/>
            <a:ext cx="32999" cy="182594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96" name="text-906">
            <a:extLst>
              <a:ext uri="{FF2B5EF4-FFF2-40B4-BE49-F238E27FC236}">
                <ns2:creationId id="{317D44D0-906B-4470-8924-780B483ECB79}"/>
              </a:ext>
            </a:extLst>
          </p:cNvPr>
          <p:cNvSpPr>
            <a:spLocks noGrp="1"/>
          </p:cNvSpPr>
          <p:nvPr/>
        </p:nvSpPr>
        <p:spPr>
          <a:xfrm>
            <a:off x="4676404" y="357187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结果稳健性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vector-907">
            <a:extLst>
              <a:ext uri="{FF2B5EF4-FFF2-40B4-BE49-F238E27FC236}">
                <ns2:creationId id="{05F8BC68-A27C-4438-81B4-5572A64BDBFA}"/>
              </a:ext>
            </a:extLst>
          </p:cNvPr>
          <p:cNvSpPr>
            <a:spLocks noGrp="1"/>
          </p:cNvSpPr>
          <p:nvPr/>
        </p:nvSpPr>
        <p:spPr>
          <a:xfrm>
            <a:off x="4394365" y="4343400"/>
            <a:ext cx="940130" cy="9525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98" name="vector-908">
            <a:extLst>
              <a:ext uri="{FF2B5EF4-FFF2-40B4-BE49-F238E27FC236}">
                <ns2:creationId id="{30017A32-C19E-42D3-8E96-AF6713FDC448}"/>
              </a:ext>
            </a:extLst>
          </p:cNvPr>
          <p:cNvSpPr>
            <a:spLocks noGrp="1"/>
          </p:cNvSpPr>
          <p:nvPr/>
        </p:nvSpPr>
        <p:spPr>
          <a:xfrm>
            <a:off x="4394365" y="4343400"/>
            <a:ext cx="940130" cy="9525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>
            <a:solidFill>
              <a:srgbClr val="087F9A"/>
            </a:solidFill>
            <a:prstDash val="solid"/>
          </a:ln>
        </p:spPr>
      </p:sp>
      <p:sp>
        <p:nvSpPr>
          <p:cNvPr id="99" name="icon-chart-909">
            <a:extLst>
              <a:ext uri="{FF2B5EF4-FFF2-40B4-BE49-F238E27FC236}">
                <ns2:creationId id="{572AC1AA-11D5-43E9-A787-A0E99582B677}"/>
              </a:ext>
            </a:extLst>
          </p:cNvPr>
          <p:cNvSpPr>
            <a:spLocks noGrp="1"/>
          </p:cNvSpPr>
          <p:nvPr/>
        </p:nvSpPr>
        <p:spPr>
          <a:xfrm>
            <a:off x="4629397" y="4857750"/>
            <a:ext cx="122217" cy="314325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00" name="icon-chart-910">
            <a:extLst>
              <a:ext uri="{FF2B5EF4-FFF2-40B4-BE49-F238E27FC236}">
                <ns2:creationId id="{D01C0150-4320-416F-BB69-C54B2A72C365}"/>
              </a:ext>
            </a:extLst>
          </p:cNvPr>
          <p:cNvSpPr>
            <a:spLocks noGrp="1"/>
          </p:cNvSpPr>
          <p:nvPr/>
        </p:nvSpPr>
        <p:spPr>
          <a:xfrm>
            <a:off x="4836226" y="4686300"/>
            <a:ext cx="122217" cy="485775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01" name="icon-chart-911">
            <a:extLst>
              <a:ext uri="{FF2B5EF4-FFF2-40B4-BE49-F238E27FC236}">
                <ns2:creationId id="{AC8A9254-6A24-411E-B014-38D90133FB6E}"/>
              </a:ext>
            </a:extLst>
          </p:cNvPr>
          <p:cNvSpPr>
            <a:spLocks noGrp="1"/>
          </p:cNvSpPr>
          <p:nvPr/>
        </p:nvSpPr>
        <p:spPr>
          <a:xfrm>
            <a:off x="5043055" y="4495800"/>
            <a:ext cx="122217" cy="676275"/>
          </a:xfrm>
          <a:prstGeom prst="rect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02" name="text-912">
            <a:extLst>
              <a:ext uri="{FF2B5EF4-FFF2-40B4-BE49-F238E27FC236}">
                <ns2:creationId id="{4500D67F-C238-40B1-8CF2-20C667854D19}"/>
              </a:ext>
            </a:extLst>
          </p:cNvPr>
          <p:cNvSpPr>
            <a:spLocks noGrp="1"/>
          </p:cNvSpPr>
          <p:nvPr/>
        </p:nvSpPr>
        <p:spPr>
          <a:xfrm>
            <a:off x="5503718" y="40957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03" name="text-913">
            <a:extLst>
              <a:ext uri="{FF2B5EF4-FFF2-40B4-BE49-F238E27FC236}">
                <ns2:creationId id="{7CCF5B2E-7E44-4310-8C4C-CDB4B0242C8E}"/>
              </a:ext>
            </a:extLst>
          </p:cNvPr>
          <p:cNvSpPr>
            <a:spLocks noGrp="1"/>
          </p:cNvSpPr>
          <p:nvPr/>
        </p:nvSpPr>
        <p:spPr>
          <a:xfrm>
            <a:off x="5503718" y="439102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汇总依赖事件时间间隔</a:t>
            </a:r>
            <a:endParaRPr/>
          </a:p>
        </p:txBody>
      </p:sp>
      <p:sp>
        <p:nvSpPr>
          <p:cNvPr id="104" name="line-914">
            <a:extLst>
              <a:ext uri="{FF2B5EF4-FFF2-40B4-BE49-F238E27FC236}">
                <ns2:creationId id="{4AA07BC6-1775-4B3F-AA5C-9781887185C5}"/>
              </a:ext>
            </a:extLst>
          </p:cNvPr>
          <p:cNvSpPr>
            <a:spLocks noGrp="1"/>
          </p:cNvSpPr>
          <p:nvPr/>
        </p:nvSpPr>
        <p:spPr>
          <a:xfrm>
            <a:off x="5503718" y="5000625"/>
            <a:ext cx="2246910" cy="95"/>
          </a:xfrm>
          <a:prstGeom prst="line">
            <a:avLst/>
          </a:prstGeom>
          <a:noFill/>
          <a:ln w="14288">
            <a:solidFill>
              <a:srgbClr val="D5E9EE"/>
            </a:solidFill>
            <a:prstDash val="solid"/>
          </a:ln>
        </p:spPr>
      </p:sp>
      <p:sp>
        <p:nvSpPr>
          <p:cNvPr id="105" name="text-915">
            <a:extLst>
              <a:ext uri="{FF2B5EF4-FFF2-40B4-BE49-F238E27FC236}">
                <ns2:creationId id="{37BC30D9-705D-4346-ABF3-41E90C0CD76D}"/>
              </a:ext>
            </a:extLst>
          </p:cNvPr>
          <p:cNvSpPr>
            <a:spLocks noGrp="1"/>
          </p:cNvSpPr>
          <p:nvPr/>
        </p:nvSpPr>
        <p:spPr>
          <a:xfrm>
            <a:off x="5503718" y="51054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06" name="text-916">
            <a:extLst>
              <a:ext uri="{FF2B5EF4-FFF2-40B4-BE49-F238E27FC236}">
                <ns2:creationId id="{4B00BAA6-DD14-4931-B605-CA2BE0E2ECF3}"/>
              </a:ext>
            </a:extLst>
          </p:cNvPr>
          <p:cNvSpPr>
            <a:spLocks noGrp="1"/>
          </p:cNvSpPr>
          <p:nvPr/>
        </p:nvSpPr>
        <p:spPr>
          <a:xfrm>
            <a:off x="5503718" y="540067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比较多个合理口径</a:t>
            </a:r>
            <a:endParaRPr/>
          </a:p>
        </p:txBody>
      </p:sp>
      <p:sp>
        <p:nvSpPr>
          <p:cNvPr id="107" name="panel-917">
            <a:extLst>
              <a:ext uri="{FF2B5EF4-FFF2-40B4-BE49-F238E27FC236}">
                <ns2:creationId id="{F686F0AD-D5AF-4533-9A0C-FAD5BD1DAD1C}"/>
              </a:ext>
            </a:extLst>
          </p:cNvPr>
          <p:cNvSpPr>
            <a:spLocks noGrp="1"/>
          </p:cNvSpPr>
          <p:nvPr/>
        </p:nvSpPr>
        <p:spPr>
          <a:xfrm>
            <a:off x="8145483" y="350520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108" name="shape-918">
            <a:extLst>
              <a:ext uri="{FF2B5EF4-FFF2-40B4-BE49-F238E27FC236}">
                <ns2:creationId id="{72702B08-C2E8-4DE8-8648-EF5FDC5E58B4}"/>
              </a:ext>
            </a:extLst>
          </p:cNvPr>
          <p:cNvSpPr>
            <a:spLocks noGrp="1"/>
          </p:cNvSpPr>
          <p:nvPr/>
        </p:nvSpPr>
        <p:spPr>
          <a:xfrm>
            <a:off x="8154884" y="3514725"/>
            <a:ext cx="3732316" cy="400050"/>
          </a:xfrm>
          <a:prstGeom prst="rect">
            <a:avLst>
              <a:gd name="adj" fmla="val 19048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109" name="icon-compass-919">
            <a:extLst>
              <a:ext uri="{FF2B5EF4-FFF2-40B4-BE49-F238E27FC236}">
                <ns2:creationId id="{7229B405-FFE4-405B-9CE6-7843E61AFDCF}"/>
              </a:ext>
            </a:extLst>
          </p:cNvPr>
          <p:cNvSpPr>
            <a:spLocks noGrp="1"/>
          </p:cNvSpPr>
          <p:nvPr/>
        </p:nvSpPr>
        <p:spPr>
          <a:xfrm>
            <a:off x="8273529" y="3596831"/>
            <a:ext cx="223375" cy="226314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10" name="vector-920">
            <a:extLst>
              <a:ext uri="{FF2B5EF4-FFF2-40B4-BE49-F238E27FC236}">
                <ns2:creationId id="{82C24DB9-CA4A-4CF4-AC61-81A3F544C90A}"/>
              </a:ext>
            </a:extLst>
          </p:cNvPr>
          <p:cNvSpPr>
            <a:spLocks noGrp="1"/>
          </p:cNvSpPr>
          <p:nvPr/>
        </p:nvSpPr>
        <p:spPr>
          <a:xfrm>
            <a:off x="8258299" y="3581400"/>
            <a:ext cx="253835" cy="257175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11" name="vector-921">
            <a:extLst>
              <a:ext uri="{FF2B5EF4-FFF2-40B4-BE49-F238E27FC236}">
                <ns2:creationId id="{BD1954BF-E09C-49E7-991A-21C1CAB6B5D8}"/>
              </a:ext>
            </a:extLst>
          </p:cNvPr>
          <p:cNvSpPr>
            <a:spLocks noGrp="1"/>
          </p:cNvSpPr>
          <p:nvPr/>
        </p:nvSpPr>
        <p:spPr>
          <a:xfrm>
            <a:off x="8258299" y="3581400"/>
            <a:ext cx="253835" cy="257175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12" name="text-922">
            <a:extLst>
              <a:ext uri="{FF2B5EF4-FFF2-40B4-BE49-F238E27FC236}">
                <ns2:creationId id="{C0D0D8BC-7CC3-405A-BD64-FB30A4EA2468}"/>
              </a:ext>
            </a:extLst>
          </p:cNvPr>
          <p:cNvSpPr>
            <a:spLocks noGrp="1"/>
          </p:cNvSpPr>
          <p:nvPr/>
        </p:nvSpPr>
        <p:spPr>
          <a:xfrm>
            <a:off x="8596745" y="357187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阶段边界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3" name="icon-compass-923">
            <a:extLst>
              <a:ext uri="{FF2B5EF4-FFF2-40B4-BE49-F238E27FC236}">
                <ns2:creationId id="{AAC18344-19FA-43FA-88C4-420BB0366736}"/>
              </a:ext>
            </a:extLst>
          </p:cNvPr>
          <p:cNvSpPr>
            <a:spLocks noGrp="1"/>
          </p:cNvSpPr>
          <p:nvPr/>
        </p:nvSpPr>
        <p:spPr>
          <a:xfrm>
            <a:off x="8371114" y="4400550"/>
            <a:ext cx="827314" cy="838200"/>
          </a:xfrm>
          <a:prstGeom prst="ellipse">
            <a:avLst/>
          </a:prstGeom>
          <a:solidFill>
            <a:srgbClr val="087F9A"/>
          </a:solidFill>
          <a:ln w="20002">
            <a:solidFill>
              <a:srgbClr val="087F9A"/>
            </a:solidFill>
            <a:prstDash val="solid"/>
          </a:ln>
        </p:spPr>
      </p:sp>
      <p:sp>
        <p:nvSpPr>
          <p:cNvPr id="114" name="vector-924">
            <a:extLst>
              <a:ext uri="{FF2B5EF4-FFF2-40B4-BE49-F238E27FC236}">
                <ns2:creationId id="{22DEAC6A-22C7-4806-8EFB-67FE770D9F91}"/>
              </a:ext>
            </a:extLst>
          </p:cNvPr>
          <p:cNvSpPr>
            <a:spLocks noGrp="1"/>
          </p:cNvSpPr>
          <p:nvPr/>
        </p:nvSpPr>
        <p:spPr>
          <a:xfrm>
            <a:off x="8314706" y="4343400"/>
            <a:ext cx="940130" cy="95250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15" name="vector-925">
            <a:extLst>
              <a:ext uri="{FF2B5EF4-FFF2-40B4-BE49-F238E27FC236}">
                <ns2:creationId id="{5439BED5-EEB8-407D-A256-CDBFFEFA2951}"/>
              </a:ext>
            </a:extLst>
          </p:cNvPr>
          <p:cNvSpPr>
            <a:spLocks noGrp="1"/>
          </p:cNvSpPr>
          <p:nvPr/>
        </p:nvSpPr>
        <p:spPr>
          <a:xfrm>
            <a:off x="8314706" y="4343400"/>
            <a:ext cx="940130" cy="95250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16" name="text-926">
            <a:extLst>
              <a:ext uri="{FF2B5EF4-FFF2-40B4-BE49-F238E27FC236}">
                <ns2:creationId id="{00316DE5-6D9E-401A-9F72-5085BC8A8633}"/>
              </a:ext>
            </a:extLst>
          </p:cNvPr>
          <p:cNvSpPr>
            <a:spLocks noGrp="1"/>
          </p:cNvSpPr>
          <p:nvPr/>
        </p:nvSpPr>
        <p:spPr>
          <a:xfrm>
            <a:off x="9424060" y="40957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17" name="text-927">
            <a:extLst>
              <a:ext uri="{FF2B5EF4-FFF2-40B4-BE49-F238E27FC236}">
                <ns2:creationId id="{19BDF6EC-D81A-47A1-B268-AF019CCC8FB9}"/>
              </a:ext>
            </a:extLst>
          </p:cNvPr>
          <p:cNvSpPr>
            <a:spLocks noGrp="1"/>
          </p:cNvSpPr>
          <p:nvPr/>
        </p:nvSpPr>
        <p:spPr>
          <a:xfrm>
            <a:off x="9424060" y="439102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本期样点仍有未归档项</a:t>
            </a:r>
            <a:endParaRPr/>
          </a:p>
        </p:txBody>
      </p:sp>
      <p:sp>
        <p:nvSpPr>
          <p:cNvPr id="118" name="line-928">
            <a:extLst>
              <a:ext uri="{FF2B5EF4-FFF2-40B4-BE49-F238E27FC236}">
                <ns2:creationId id="{F7F65DE1-557F-4365-BAE7-A4971B1D844A}"/>
              </a:ext>
            </a:extLst>
          </p:cNvPr>
          <p:cNvSpPr>
            <a:spLocks noGrp="1"/>
          </p:cNvSpPr>
          <p:nvPr/>
        </p:nvSpPr>
        <p:spPr>
          <a:xfrm>
            <a:off x="9424060" y="5000625"/>
            <a:ext cx="2246910" cy="95"/>
          </a:xfrm>
          <a:prstGeom prst="line">
            <a:avLst/>
          </a:prstGeom>
          <a:noFill/>
          <a:ln w="14288">
            <a:solidFill>
              <a:srgbClr val="D5E9EE"/>
            </a:solidFill>
            <a:prstDash val="solid"/>
          </a:ln>
        </p:spPr>
      </p:sp>
      <p:sp>
        <p:nvSpPr>
          <p:cNvPr id="119" name="text-929">
            <a:extLst>
              <a:ext uri="{FF2B5EF4-FFF2-40B4-BE49-F238E27FC236}">
                <ns2:creationId id="{6368B308-95EA-47E7-959F-9637854D3244}"/>
              </a:ext>
            </a:extLst>
          </p:cNvPr>
          <p:cNvSpPr>
            <a:spLocks noGrp="1"/>
          </p:cNvSpPr>
          <p:nvPr/>
        </p:nvSpPr>
        <p:spPr>
          <a:xfrm>
            <a:off x="9424060" y="51054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20" name="text-930">
            <a:extLst>
              <a:ext uri="{FF2B5EF4-FFF2-40B4-BE49-F238E27FC236}">
                <ns2:creationId id="{644D21A1-AEA6-4944-879A-00D34C139367}"/>
              </a:ext>
            </a:extLst>
          </p:cNvPr>
          <p:cNvSpPr>
            <a:spLocks noGrp="1"/>
          </p:cNvSpPr>
          <p:nvPr/>
        </p:nvSpPr>
        <p:spPr>
          <a:xfrm>
            <a:off x="9424060" y="540067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完成复核后再更新结论</a:t>
            </a:r>
            <a:endParaRPr/>
          </a:p>
        </p:txBody>
      </p:sp>
      <p:sp>
        <p:nvSpPr>
          <p:cNvPr id="121" name="shape-931">
            <a:extLst>
              <a:ext uri="{FF2B5EF4-FFF2-40B4-BE49-F238E27FC236}">
                <ns2:creationId id="{C8213CC0-1B34-4D54-A182-5EAB81ABF21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122" name="text-932">
            <a:extLst>
              <a:ext uri="{FF2B5EF4-FFF2-40B4-BE49-F238E27FC236}">
                <ns2:creationId id="{C9BF64A0-E60E-4543-AA4C-773F5ED4706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带回异常处理记录、更新汇总与未决问题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3" name="text-933">
            <a:extLst>
              <a:ext uri="{FF2B5EF4-FFF2-40B4-BE49-F238E27FC236}">
                <ns2:creationId id="{D3D20350-7165-44E3-9DFD-FB9E0CDD0972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24" name="text-934">
            <a:extLst>
              <a:ext uri="{FF2B5EF4-FFF2-40B4-BE49-F238E27FC236}">
                <ns2:creationId id="{1B518F5D-5E79-413C-AE7C-CFB44DE15D2E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3:creationId val="1684708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4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