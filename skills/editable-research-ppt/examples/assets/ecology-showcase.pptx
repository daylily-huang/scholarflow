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生态监测研究主题素材样板。仅含公开插图与说明流程；不含研究实测结果。</a:t>
            </a:r>
          </a:p>
          <a:p>
            <a:r>
              <a:t>Noto Emoji artwork by Google; Apache License 2.0; preserve full bundled license. Source: https://github.com/googlefonts/noto-emoji/blob/e20cbc2bbec1926686be9f9bee7d1d2cfa1fea0e/2D/svg/emoji_u1f333.svg; SVG SHA256: 9e1a171b2d64100143265e7df251f4f74d598d84f904e807a7f02f1bb837ef8b; native DrawingML derivative; original colors retained</a:t>
            </a:r>
          </a:p>
          <a:p>
            <a:r>
              <a:t>Noto Emoji artwork by Google; Apache License 2.0; preserve full bundled license. Source: https://github.com/googlefonts/noto-emoji/blob/e20cbc2bbec1926686be9f9bee7d1d2cfa1fea0e/2D/svg/emoji_u1f9ec.svg; SVG SHA256: 214e5563efc74723d698d276b114129ca848fe65171dd9d54189244197d3bcde; native DrawingML derivative; original colors retained</a:t>
            </a:r>
          </a:p>
          <a:p>
            <a:r>
              <a:t>network — Lucide Icons and Contributors; preserve the bundled full upstream license. Source: https://github.com/lucide-icons/lucide/blob/20aef31db93fe4d9f398dbb15b120d99c48eef95/icons/network.svg; SVG SHA256: 626be730feea1e5ea7539fbf78b4a3fcb927ce5d7dc43364f2216908672ac792; native DrawingML derivative; recolored 173F35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生态监测研究主题素材样板。仅含公开插图与说明流程；不含研究实测结果。</a:t>
            </a:r>
          </a:p>
          <a:p>
            <a:r>
              <a:t>样品条码 — Lucide Icons and Contributors; ISC; original SVG unchanged. Source: https://github.com/lucide-icons/lucide/blob/20aef31db93fe4d9f398dbb15b120d99c48eef95/icons/scan-barcode.svg; SVG SHA256: 1d9ed9ea0da73c30d1b02738c774262ec1123cd95274aae28c774b5e83de35e6; native DrawingML derivative; recolored 173D67</a:t>
            </a:r>
          </a:p>
          <a:p>
            <a:r>
              <a:t>thermometer-snowflake — Lucide Icons and Contributors; preserve the bundled full upstream license. Source: https://github.com/lucide-icons/lucide/blob/20aef31db93fe4d9f398dbb15b120d99c48eef95/icons/thermometer-snowflake.svg; SVG SHA256: ae1fa14b3a2ed8058cd0369f6761ae8200c2ebcfe2aa61b6a9ff73c9162b89eb; native DrawingML derivative; recolored 173D67</a:t>
            </a:r>
          </a:p>
          <a:p>
            <a:r>
              <a:t>Noto Emoji artwork by Google; Apache License 2.0; preserve full bundled license. Source: https://github.com/googlefonts/noto-emoji/blob/e20cbc2bbec1926686be9f9bee7d1d2cfa1fea0e/2D/svg/emoji_u1f9ec.svg; SVG SHA256: 214e5563efc74723d698d276b114129ca848fe65171dd9d54189244197d3bcde; native DrawingML derivative; original colors retained</a:t>
            </a:r>
          </a:p>
          <a:p>
            <a:r>
              <a:t>clipboard-check — Lucide Icons and Contributors; preserve the bundled full upstream license. Source: https://github.com/lucide-icons/lucide/blob/20aef31db93fe4d9f398dbb15b120d99c48eef95/icons/clipboard-check.svg; SVG SHA256: e2bac86a6b24caa0d7d0dcc2719ec6b7870ec5eef2d21afae498d8cb5eefda96; native DrawingML derivative; recolored 173D67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生态监测研究主题素材样板。仅含公开插图与说明流程；不含研究实测结果。</a:t>
            </a:r>
          </a:p>
          <a:p>
            <a:r>
              <a:t>Noto Emoji artwork by Google; Apache License 2.0; preserve full bundled license. Source: https://github.com/googlefonts/noto-emoji/blob/e20cbc2bbec1926686be9f9bee7d1d2cfa1fea0e/2D/svg/emoji_u1f4f7.svg; SVG SHA256: 7e0572c943b5a8d2b1e11ecebda3521f40dd37ae10578a9d9d59a8e5945a6895; native DrawingML derivative; original colors retained</a:t>
            </a:r>
          </a:p>
          <a:p>
            <a:r>
              <a:t>样点核验 — Lucide Icons and Contributors; ISC; original SVG unchanged. Source: https://github.com/lucide-icons/lucide/blob/20aef31db93fe4d9f398dbb15b120d99c48eef95/icons/map-pin-check-inside.svg; SVG SHA256: dc4e9b15aec3035806fef726cd17ed1622e18e13e91068a9227732293da8d707; native DrawingML derivative; recolored 123D54</a:t>
            </a:r>
          </a:p>
          <a:p>
            <a:r>
              <a:t>scan-eye — Lucide Icons and Contributors; preserve the bundled full upstream license. Source: https://github.com/lucide-icons/lucide/blob/20aef31db93fe4d9f398dbb15b120d99c48eef95/icons/scan-eye.svg; SVG SHA256: 343741486dfe4188a80628e3b8ae7a71f6ac63e0de5fbf474674b053c8f80721; native DrawingML derivative; recolored 123D54</a:t>
            </a:r>
          </a:p>
          <a:p>
            <a:r>
              <a:t>chart-scatter — Lucide Icons and Contributors; preserve the bundled full upstream license. Source: https://github.com/lucide-icons/lucide/blob/20aef31db93fe4d9f398dbb15b120d99c48eef95/icons/chart-scatter.svg; SVG SHA256: 17dbdf3da5309c6090ce60037a8ad2125bdfecfbe853c0019034294c0a8f3ce1; native DrawingML derivative; recolored 123D54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生态监测研究主题素材样板。仅含公开插图与说明流程；不含研究实测结果。</a:t>
            </a:r>
          </a:p>
          <a:p>
            <a:r>
              <a:t>database — Cole Bemis; Lucide contributors; preserve the bundled full upstream license. Source: https://github.com/lucide-icons/lucide/blob/20aef31db93fe4d9f398dbb15b120d99c48eef95/icons/database.svg; SVG SHA256: 471eb14bc8d144896a82dfc4aa9daf350f769f0896f4bef33e50aabdbb51130d; native DrawingML derivative; recolored 38314C</a:t>
            </a:r>
          </a:p>
          <a:p>
            <a:r>
              <a:t>scan-search — Lucide Icons and Contributors; preserve the bundled full upstream license. Source: https://github.com/lucide-icons/lucide/blob/20aef31db93fe4d9f398dbb15b120d99c48eef95/icons/scan-search.svg; SVG SHA256: a2919e740bb122bb737542119c1d3c1042bcd62c79d702804553cc95ac768e1e; native DrawingML derivative; recolored 38314C</a:t>
            </a:r>
          </a:p>
          <a:p>
            <a:r>
              <a:t>shield-check — Lucide Icons and Contributors; preserve the bundled full upstream license. Source: https://github.com/lucide-icons/lucide/blob/20aef31db93fe4d9f398dbb15b120d99c48eef95/icons/shield-check.svg; SVG SHA256: 8d4fcdbde5bba4abb1a2f6fe53e37ceb6343a1d5449a9d88f6f97c1971d26c4e; native DrawingML derivative; recolored 38314C</a:t>
            </a:r>
          </a:p>
          <a:p>
            <a:r>
              <a:t>network — Lucide Icons and Contributors; preserve the bundled full upstream license. Source: https://github.com/lucide-icons/lucide/blob/20aef31db93fe4d9f398dbb15b120d99c48eef95/icons/network.svg; SVG SHA256: 626be730feea1e5ea7539fbf78b4a3fcb927ce5d7dc43364f2216908672ac792; native DrawingML derivative; recolored 38314C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582400" cy="590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73F35"/>
                </a:solidFill>
                <a:latin typeface="Noto Sans CJK SC"/>
              </a:defRPr>
            </a:pPr>
            <a:r>
              <a:t>生态监测：连接野外记录与个体识别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857250"/>
            <a:ext cx="11582400" cy="19050"/>
          </a:xfrm>
          <a:prstGeom prst="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0287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5" b="0">
                <a:solidFill>
                  <a:srgbClr val="173F35"/>
                </a:solidFill>
                <a:latin typeface="Noto Sans CJK SC"/>
              </a:defRPr>
            </a:pPr>
            <a:r>
              <a:t>素材服务于研究内容；真实相机照片、点位图与实验结果仍使用原资料。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6419850"/>
            <a:ext cx="11582400" cy="19050"/>
          </a:xfrm>
          <a:prstGeom prst="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" y="6553200"/>
            <a:ext cx="11334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62746B"/>
                </a:solidFill>
                <a:latin typeface="Noto Sans CJK SC"/>
              </a:defRPr>
            </a:pPr>
            <a:r>
              <a:t>生态监测研究主题样板 · 公开素材与流程示意，不含项目实测数据或真实点位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657350"/>
            <a:ext cx="3695700" cy="4229100"/>
          </a:xfrm>
          <a:prstGeom prst="rect">
            <a:avLst/>
          </a:prstGeom>
          <a:solidFill>
            <a:srgbClr val="E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657350"/>
            <a:ext cx="3695700" cy="514350"/>
          </a:xfrm>
          <a:prstGeom prst="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00" y="1752600"/>
            <a:ext cx="33147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50" b="1">
                <a:solidFill>
                  <a:srgbClr val="FFFFFF"/>
                </a:solidFill>
                <a:latin typeface="Noto Sans CJK SC"/>
              </a:defRPr>
            </a:pPr>
            <a:r>
              <a:t>01  野外观测</a:t>
            </a:r>
          </a:p>
        </p:txBody>
      </p:sp>
      <p:grpSp>
        <p:nvGrpSpPr>
          <p:cNvPr id="23" name="asset-1-noto-emoji_u1f333" descr="Noto Emoji artwork by Google; Apache License 2.0; preserve full bundled license. Source: https://github.com/googlefonts/noto-emoji/blob/e20cbc2bbec1926686be9f9bee7d1d2cfa1fea0e/2D/svg/emoji_u1f333.svg; SVG SHA256: 9e1a171b2d64100143265e7df251f4f74d598d84f904e807a7f02f1bb837ef8b; native DrawingML derivative; original colors retained"/>
          <p:cNvGrpSpPr/>
          <p:nvPr/>
        </p:nvGrpSpPr>
        <p:grpSpPr>
          <a:xfrm>
            <a:off x="1271588" y="2419350"/>
            <a:ext cx="1762125" cy="1762125"/>
            <a:chOff x="0" y="0"/>
            <a:chExt cx="1280000" cy="1280000"/>
          </a:xfrm>
        </p:grpSpPr>
        <p:sp>
          <p:nvSpPr>
            <p:cNvPr id="24" name="asset-1-noto-emoji_u1f333-part-1"/>
            <p:cNvSpPr/>
            <p:nvPr/>
          </p:nvSpPr>
          <p:spPr>
            <a:xfrm>
              <a:off x="92749" y="120870"/>
              <a:ext cx="1084544" cy="782387"/>
            </a:xfrm>
            <a:custGeom>
              <a:avLst/>
              <a:gdLst/>
              <a:ahLst/>
              <a:cxnLst/>
              <a:rect l="0" t="0" r="r" b="b"/>
              <a:pathLst>
                <a:path w="1084544" h="782387">
                  <a:moveTo>
                    <a:pt x="227251" y="125730"/>
                  </a:moveTo>
                  <a:cubicBezTo>
                    <a:pt x="227251" y="125730"/>
                    <a:pt x="251551" y="52730"/>
                    <a:pt x="308851" y="6930"/>
                  </a:cubicBezTo>
                  <a:cubicBezTo>
                    <a:pt x="366151" y="-38870"/>
                    <a:pt x="897351" y="157330"/>
                    <a:pt x="897351" y="157330"/>
                  </a:cubicBezTo>
                  <a:cubicBezTo>
                    <a:pt x="897351" y="157330"/>
                    <a:pt x="990151" y="190430"/>
                    <a:pt x="1045051" y="278130"/>
                  </a:cubicBezTo>
                  <a:cubicBezTo>
                    <a:pt x="1081951" y="337130"/>
                    <a:pt x="1102551" y="424330"/>
                    <a:pt x="1063451" y="529630"/>
                  </a:cubicBezTo>
                  <a:cubicBezTo>
                    <a:pt x="970251" y="780430"/>
                    <a:pt x="728451" y="751430"/>
                    <a:pt x="665451" y="737130"/>
                  </a:cubicBezTo>
                  <a:cubicBezTo>
                    <a:pt x="635851" y="730430"/>
                    <a:pt x="563751" y="711330"/>
                    <a:pt x="563751" y="711330"/>
                  </a:cubicBezTo>
                  <a:cubicBezTo>
                    <a:pt x="563751" y="711330"/>
                    <a:pt x="399051" y="847330"/>
                    <a:pt x="200851" y="743030"/>
                  </a:cubicBezTo>
                  <a:cubicBezTo>
                    <a:pt x="49951" y="663630"/>
                    <a:pt x="68651" y="544930"/>
                    <a:pt x="68651" y="544930"/>
                  </a:cubicBezTo>
                  <a:cubicBezTo>
                    <a:pt x="68651" y="544930"/>
                    <a:pt x="-32949" y="443330"/>
                    <a:pt x="11051" y="301830"/>
                  </a:cubicBezTo>
                  <a:cubicBezTo>
                    <a:pt x="64051" y="131430"/>
                    <a:pt x="227251" y="125730"/>
                    <a:pt x="227251" y="125730"/>
                  </a:cubicBezTo>
                  <a:close/>
                </a:path>
              </a:pathLst>
            </a:custGeom>
            <a:solidFill>
              <a:srgbClr val="5B9821"/>
            </a:solidFill>
            <a:ln w="13767" cap="flat">
              <a:noFill/>
              <a:prstDash val="solid"/>
              <a:miter/>
            </a:ln>
          </p:spPr>
        </p:sp>
        <p:sp>
          <p:nvSpPr>
            <p:cNvPr id="25" name="asset-1-noto-emoji_u1f333-part-2"/>
            <p:cNvSpPr/>
            <p:nvPr/>
          </p:nvSpPr>
          <p:spPr>
            <a:xfrm>
              <a:off x="157934" y="31698"/>
              <a:ext cx="979766" cy="649319"/>
            </a:xfrm>
            <a:custGeom>
              <a:avLst/>
              <a:gdLst/>
              <a:ahLst/>
              <a:cxnLst/>
              <a:rect l="0" t="0" r="r" b="b"/>
              <a:pathLst>
                <a:path w="979766" h="649319">
                  <a:moveTo>
                    <a:pt x="505766" y="518402"/>
                  </a:moveTo>
                  <a:cubicBezTo>
                    <a:pt x="643266" y="495502"/>
                    <a:pt x="686166" y="436802"/>
                    <a:pt x="723466" y="382402"/>
                  </a:cubicBezTo>
                  <a:cubicBezTo>
                    <a:pt x="764566" y="322402"/>
                    <a:pt x="753566" y="272102"/>
                    <a:pt x="782166" y="270702"/>
                  </a:cubicBezTo>
                  <a:cubicBezTo>
                    <a:pt x="810766" y="269302"/>
                    <a:pt x="833566" y="320902"/>
                    <a:pt x="802166" y="411002"/>
                  </a:cubicBezTo>
                  <a:cubicBezTo>
                    <a:pt x="757766" y="538402"/>
                    <a:pt x="666466" y="557102"/>
                    <a:pt x="664666" y="591402"/>
                  </a:cubicBezTo>
                  <a:cubicBezTo>
                    <a:pt x="663266" y="618602"/>
                    <a:pt x="761866" y="620502"/>
                    <a:pt x="850866" y="577102"/>
                  </a:cubicBezTo>
                  <a:cubicBezTo>
                    <a:pt x="979766" y="514102"/>
                    <a:pt x="979766" y="366602"/>
                    <a:pt x="979766" y="366602"/>
                  </a:cubicBezTo>
                  <a:cubicBezTo>
                    <a:pt x="979766" y="366602"/>
                    <a:pt x="956866" y="319302"/>
                    <a:pt x="912466" y="286402"/>
                  </a:cubicBezTo>
                  <a:cubicBezTo>
                    <a:pt x="868066" y="253502"/>
                    <a:pt x="835066" y="236302"/>
                    <a:pt x="835066" y="236302"/>
                  </a:cubicBezTo>
                  <a:cubicBezTo>
                    <a:pt x="835066" y="236302"/>
                    <a:pt x="782066" y="37302"/>
                    <a:pt x="541566" y="4302"/>
                  </a:cubicBezTo>
                  <a:cubicBezTo>
                    <a:pt x="301066" y="-28698"/>
                    <a:pt x="202166" y="139002"/>
                    <a:pt x="202166" y="139002"/>
                  </a:cubicBezTo>
                  <a:cubicBezTo>
                    <a:pt x="202166" y="139002"/>
                    <a:pt x="210766" y="193402"/>
                    <a:pt x="252266" y="256402"/>
                  </a:cubicBezTo>
                  <a:cubicBezTo>
                    <a:pt x="285366" y="306702"/>
                    <a:pt x="319566" y="305102"/>
                    <a:pt x="316666" y="333702"/>
                  </a:cubicBezTo>
                  <a:cubicBezTo>
                    <a:pt x="314766" y="352302"/>
                    <a:pt x="255066" y="358002"/>
                    <a:pt x="192066" y="330802"/>
                  </a:cubicBezTo>
                  <a:cubicBezTo>
                    <a:pt x="134666" y="306002"/>
                    <a:pt x="120466" y="272102"/>
                    <a:pt x="104766" y="272102"/>
                  </a:cubicBezTo>
                  <a:cubicBezTo>
                    <a:pt x="89066" y="272102"/>
                    <a:pt x="-41134" y="344602"/>
                    <a:pt x="13166" y="498302"/>
                  </a:cubicBezTo>
                  <a:cubicBezTo>
                    <a:pt x="56166" y="620002"/>
                    <a:pt x="198266" y="642802"/>
                    <a:pt x="223666" y="647202"/>
                  </a:cubicBezTo>
                  <a:cubicBezTo>
                    <a:pt x="298166" y="660102"/>
                    <a:pt x="341066" y="611402"/>
                    <a:pt x="288066" y="572702"/>
                  </a:cubicBezTo>
                  <a:cubicBezTo>
                    <a:pt x="235066" y="534002"/>
                    <a:pt x="176366" y="511102"/>
                    <a:pt x="189266" y="472502"/>
                  </a:cubicBezTo>
                  <a:cubicBezTo>
                    <a:pt x="203166" y="430702"/>
                    <a:pt x="252766" y="474302"/>
                    <a:pt x="312366" y="500102"/>
                  </a:cubicBezTo>
                  <a:cubicBezTo>
                    <a:pt x="371266" y="525602"/>
                    <a:pt x="442566" y="529002"/>
                    <a:pt x="505766" y="518402"/>
                  </a:cubicBezTo>
                  <a:close/>
                </a:path>
              </a:pathLst>
            </a:custGeom>
            <a:solidFill>
              <a:srgbClr val="8BC02B"/>
            </a:solidFill>
            <a:ln w="13767" cap="flat">
              <a:noFill/>
              <a:prstDash val="solid"/>
              <a:miter/>
            </a:ln>
          </p:spPr>
        </p:sp>
        <p:sp>
          <p:nvSpPr>
            <p:cNvPr id="26" name="asset-1-noto-emoji_u1f333-part-3"/>
            <p:cNvSpPr/>
            <p:nvPr/>
          </p:nvSpPr>
          <p:spPr>
            <a:xfrm>
              <a:off x="390300" y="660800"/>
              <a:ext cx="363900" cy="312800"/>
            </a:xfrm>
            <a:custGeom>
              <a:avLst/>
              <a:gdLst/>
              <a:ahLst/>
              <a:cxnLst/>
              <a:rect l="0" t="0" r="r" b="b"/>
              <a:pathLst>
                <a:path w="363900" h="312800">
                  <a:moveTo>
                    <a:pt x="0" y="48900"/>
                  </a:moveTo>
                  <a:cubicBezTo>
                    <a:pt x="0" y="48900"/>
                    <a:pt x="33000" y="47000"/>
                    <a:pt x="46600" y="43100"/>
                  </a:cubicBezTo>
                  <a:cubicBezTo>
                    <a:pt x="60200" y="39200"/>
                    <a:pt x="78600" y="27600"/>
                    <a:pt x="78600" y="27600"/>
                  </a:cubicBezTo>
                  <a:cubicBezTo>
                    <a:pt x="78600" y="27600"/>
                    <a:pt x="206100" y="161000"/>
                    <a:pt x="219300" y="172200"/>
                  </a:cubicBezTo>
                  <a:cubicBezTo>
                    <a:pt x="232200" y="183100"/>
                    <a:pt x="247400" y="16900"/>
                    <a:pt x="247400" y="16900"/>
                  </a:cubicBezTo>
                  <a:cubicBezTo>
                    <a:pt x="247400" y="16900"/>
                    <a:pt x="276500" y="21400"/>
                    <a:pt x="303700" y="17100"/>
                  </a:cubicBezTo>
                  <a:cubicBezTo>
                    <a:pt x="339500" y="11400"/>
                    <a:pt x="363900" y="0"/>
                    <a:pt x="363900" y="0"/>
                  </a:cubicBezTo>
                  <a:cubicBezTo>
                    <a:pt x="363900" y="0"/>
                    <a:pt x="346500" y="102300"/>
                    <a:pt x="339700" y="141100"/>
                  </a:cubicBezTo>
                  <a:cubicBezTo>
                    <a:pt x="335400" y="166000"/>
                    <a:pt x="333900" y="235200"/>
                    <a:pt x="333900" y="235200"/>
                  </a:cubicBezTo>
                  <a:lnTo>
                    <a:pt x="240700" y="312800"/>
                  </a:lnTo>
                  <a:lnTo>
                    <a:pt x="169800" y="265200"/>
                  </a:lnTo>
                  <a:cubicBezTo>
                    <a:pt x="169800" y="265200"/>
                    <a:pt x="169600" y="246500"/>
                    <a:pt x="159100" y="233800"/>
                  </a:cubicBezTo>
                  <a:cubicBezTo>
                    <a:pt x="126500" y="194400"/>
                    <a:pt x="0" y="48900"/>
                    <a:pt x="0" y="48900"/>
                  </a:cubicBezTo>
                  <a:close/>
                </a:path>
              </a:pathLst>
            </a:custGeom>
            <a:solidFill>
              <a:srgbClr val="6D4B41"/>
            </a:solidFill>
            <a:ln w="13767" cap="flat">
              <a:noFill/>
              <a:prstDash val="solid"/>
              <a:miter/>
            </a:ln>
          </p:spPr>
        </p:sp>
        <p:sp>
          <p:nvSpPr>
            <p:cNvPr id="27" name="asset-1-noto-emoji_u1f333-part-4"/>
            <p:cNvSpPr/>
            <p:nvPr/>
          </p:nvSpPr>
          <p:spPr>
            <a:xfrm>
              <a:off x="680600" y="850400"/>
              <a:ext cx="199900" cy="204800"/>
            </a:xfrm>
            <a:custGeom>
              <a:avLst/>
              <a:gdLst/>
              <a:ahLst/>
              <a:cxnLst/>
              <a:rect l="0" t="0" r="r" b="b"/>
              <a:pathLst>
                <a:path w="199900" h="204800">
                  <a:moveTo>
                    <a:pt x="34800" y="87400"/>
                  </a:moveTo>
                  <a:lnTo>
                    <a:pt x="105700" y="2000"/>
                  </a:lnTo>
                  <a:cubicBezTo>
                    <a:pt x="105700" y="2000"/>
                    <a:pt x="130900" y="3900"/>
                    <a:pt x="149400" y="3900"/>
                  </a:cubicBezTo>
                  <a:cubicBezTo>
                    <a:pt x="167800" y="3900"/>
                    <a:pt x="199900" y="0"/>
                    <a:pt x="199900" y="0"/>
                  </a:cubicBezTo>
                  <a:cubicBezTo>
                    <a:pt x="199900" y="0"/>
                    <a:pt x="141700" y="78600"/>
                    <a:pt x="110600" y="117400"/>
                  </a:cubicBezTo>
                  <a:cubicBezTo>
                    <a:pt x="79500" y="156200"/>
                    <a:pt x="38800" y="204800"/>
                    <a:pt x="38800" y="204800"/>
                  </a:cubicBezTo>
                  <a:lnTo>
                    <a:pt x="0" y="92200"/>
                  </a:lnTo>
                  <a:lnTo>
                    <a:pt x="34800" y="87400"/>
                  </a:lnTo>
                  <a:close/>
                </a:path>
              </a:pathLst>
            </a:custGeom>
            <a:solidFill>
              <a:srgbClr val="6D4B41"/>
            </a:solidFill>
            <a:ln w="13767" cap="flat">
              <a:noFill/>
              <a:prstDash val="solid"/>
              <a:miter/>
            </a:ln>
          </p:spPr>
        </p:sp>
        <p:sp>
          <p:nvSpPr>
            <p:cNvPr id="28" name="asset-1-noto-emoji_u1f333-part-5"/>
            <p:cNvSpPr/>
            <p:nvPr/>
          </p:nvSpPr>
          <p:spPr>
            <a:xfrm>
              <a:off x="548872" y="869597"/>
              <a:ext cx="189753" cy="371316"/>
            </a:xfrm>
            <a:custGeom>
              <a:avLst/>
              <a:gdLst/>
              <a:ahLst/>
              <a:cxnLst/>
              <a:rect l="0" t="0" r="r" b="b"/>
              <a:pathLst>
                <a:path w="189753" h="371316">
                  <a:moveTo>
                    <a:pt x="116128" y="203"/>
                  </a:moveTo>
                  <a:cubicBezTo>
                    <a:pt x="87128" y="2803"/>
                    <a:pt x="11328" y="56503"/>
                    <a:pt x="11328" y="56503"/>
                  </a:cubicBezTo>
                  <a:cubicBezTo>
                    <a:pt x="11328" y="56503"/>
                    <a:pt x="15228" y="147703"/>
                    <a:pt x="12328" y="199203"/>
                  </a:cubicBezTo>
                  <a:cubicBezTo>
                    <a:pt x="9428" y="250703"/>
                    <a:pt x="-10872" y="334803"/>
                    <a:pt x="7828" y="356103"/>
                  </a:cubicBezTo>
                  <a:cubicBezTo>
                    <a:pt x="24028" y="374503"/>
                    <a:pt x="160228" y="378003"/>
                    <a:pt x="180528" y="356603"/>
                  </a:cubicBezTo>
                  <a:cubicBezTo>
                    <a:pt x="200928" y="335203"/>
                    <a:pt x="181128" y="246803"/>
                    <a:pt x="181128" y="189503"/>
                  </a:cubicBezTo>
                  <a:cubicBezTo>
                    <a:pt x="181128" y="132203"/>
                    <a:pt x="175328" y="26403"/>
                    <a:pt x="175328" y="26403"/>
                  </a:cubicBezTo>
                  <a:cubicBezTo>
                    <a:pt x="175328" y="26403"/>
                    <a:pt x="149128" y="-2697"/>
                    <a:pt x="116128" y="203"/>
                  </a:cubicBezTo>
                  <a:close/>
                </a:path>
              </a:pathLst>
            </a:custGeom>
            <a:solidFill>
              <a:srgbClr val="865B50"/>
            </a:solidFill>
            <a:ln w="13767" cap="flat">
              <a:noFill/>
              <a:prstDash val="solid"/>
              <a:miter/>
            </a:ln>
          </p:spPr>
        </p:sp>
      </p:grpSp>
      <p:sp>
        <p:nvSpPr>
          <p:cNvPr id="11" name="TextBox 10"/>
          <p:cNvSpPr txBox="1"/>
          <p:nvPr/>
        </p:nvSpPr>
        <p:spPr>
          <a:xfrm>
            <a:off x="533400" y="4524375"/>
            <a:ext cx="3238500" cy="1009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25" b="0">
                <a:solidFill>
                  <a:srgbClr val="173F35"/>
                </a:solidFill>
                <a:latin typeface="Noto Sans CJK SC"/>
              </a:defRPr>
            </a:pPr>
            <a:r>
              <a:t>相机监测与生境调查</a:t>
            </a:r>
          </a:p>
          <a:p>
            <a:pPr>
              <a:defRPr sz="1725" b="0">
                <a:solidFill>
                  <a:srgbClr val="173F35"/>
                </a:solidFill>
                <a:latin typeface="Noto Sans CJK SC"/>
              </a:defRPr>
            </a:pPr>
            <a:r>
              <a:t>保留样点、日期与原始记录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8150" y="1657350"/>
            <a:ext cx="3695700" cy="4229100"/>
          </a:xfrm>
          <a:prstGeom prst="rect">
            <a:avLst/>
          </a:prstGeom>
          <a:solidFill>
            <a:srgbClr val="E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8150" y="1657350"/>
            <a:ext cx="3695700" cy="514350"/>
          </a:xfrm>
          <a:prstGeom prst="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8650" y="1752600"/>
            <a:ext cx="33147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50" b="1">
                <a:solidFill>
                  <a:srgbClr val="FFFFFF"/>
                </a:solidFill>
                <a:latin typeface="Noto Sans CJK SC"/>
              </a:defRPr>
            </a:pPr>
            <a:r>
              <a:t>02  样品与实验</a:t>
            </a:r>
          </a:p>
        </p:txBody>
      </p:sp>
      <p:grpSp>
        <p:nvGrpSpPr>
          <p:cNvPr id="29" name="asset-2-noto-emoji_u1f9ec" descr="Noto Emoji artwork by Google; Apache License 2.0; preserve full bundled license. Source: https://github.com/googlefonts/noto-emoji/blob/e20cbc2bbec1926686be9f9bee7d1d2cfa1fea0e/2D/svg/emoji_u1f9ec.svg; SVG SHA256: 214e5563efc74723d698d276b114129ca848fe65171dd9d54189244197d3bcde; native DrawingML derivative; original colors retained"/>
          <p:cNvGrpSpPr/>
          <p:nvPr/>
        </p:nvGrpSpPr>
        <p:grpSpPr>
          <a:xfrm>
            <a:off x="5214938" y="2419350"/>
            <a:ext cx="1762125" cy="1762125"/>
            <a:chOff x="0" y="0"/>
            <a:chExt cx="1280000" cy="1280000"/>
          </a:xfrm>
        </p:grpSpPr>
        <p:sp>
          <p:nvSpPr>
            <p:cNvPr id="30" name="asset-2-noto-emoji_u1f9ec-part-1"/>
            <p:cNvSpPr/>
            <p:nvPr/>
          </p:nvSpPr>
          <p:spPr>
            <a:xfrm>
              <a:off x="64638" y="514800"/>
              <a:ext cx="333462" cy="725200"/>
            </a:xfrm>
            <a:custGeom>
              <a:avLst/>
              <a:gdLst/>
              <a:ahLst/>
              <a:cxnLst/>
              <a:rect l="0" t="0" r="r" b="b"/>
              <a:pathLst>
                <a:path w="333462" h="725200">
                  <a:moveTo>
                    <a:pt x="94062" y="85900"/>
                  </a:moveTo>
                  <a:cubicBezTo>
                    <a:pt x="165162" y="14800"/>
                    <a:pt x="249362" y="400"/>
                    <a:pt x="333462" y="0"/>
                  </a:cubicBezTo>
                  <a:cubicBezTo>
                    <a:pt x="284162" y="16900"/>
                    <a:pt x="247562" y="52300"/>
                    <a:pt x="212862" y="102100"/>
                  </a:cubicBezTo>
                  <a:cubicBezTo>
                    <a:pt x="121462" y="233300"/>
                    <a:pt x="171662" y="435200"/>
                    <a:pt x="204162" y="552900"/>
                  </a:cubicBezTo>
                  <a:cubicBezTo>
                    <a:pt x="219562" y="608700"/>
                    <a:pt x="235462" y="666900"/>
                    <a:pt x="244562" y="725200"/>
                  </a:cubicBezTo>
                  <a:lnTo>
                    <a:pt x="81162" y="725200"/>
                  </a:lnTo>
                  <a:cubicBezTo>
                    <a:pt x="73762" y="686500"/>
                    <a:pt x="62662" y="643700"/>
                    <a:pt x="49362" y="595600"/>
                  </a:cubicBezTo>
                  <a:cubicBezTo>
                    <a:pt x="3562" y="429200"/>
                    <a:pt x="-51238" y="231200"/>
                    <a:pt x="94062" y="85900"/>
                  </a:cubicBezTo>
                  <a:close/>
                </a:path>
              </a:pathLst>
            </a:custGeom>
            <a:solidFill>
              <a:srgbClr val="00897B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1" name="asset-2-noto-emoji_u1f9ec-part-2"/>
            <p:cNvSpPr/>
            <p:nvPr/>
          </p:nvSpPr>
          <p:spPr>
            <a:xfrm>
              <a:off x="971700" y="40000"/>
              <a:ext cx="243122" cy="707100"/>
            </a:xfrm>
            <a:custGeom>
              <a:avLst/>
              <a:gdLst/>
              <a:ahLst/>
              <a:cxnLst/>
              <a:rect l="0" t="0" r="r" b="b"/>
              <a:pathLst>
                <a:path w="243122" h="707100">
                  <a:moveTo>
                    <a:pt x="195200" y="129600"/>
                  </a:moveTo>
                  <a:cubicBezTo>
                    <a:pt x="241000" y="296000"/>
                    <a:pt x="293000" y="484500"/>
                    <a:pt x="147700" y="629800"/>
                  </a:cubicBezTo>
                  <a:cubicBezTo>
                    <a:pt x="129200" y="648300"/>
                    <a:pt x="105500" y="666900"/>
                    <a:pt x="82700" y="680500"/>
                  </a:cubicBezTo>
                  <a:cubicBezTo>
                    <a:pt x="52100" y="698700"/>
                    <a:pt x="25600" y="707100"/>
                    <a:pt x="25600" y="707100"/>
                  </a:cubicBezTo>
                  <a:cubicBezTo>
                    <a:pt x="25600" y="707100"/>
                    <a:pt x="75600" y="609400"/>
                    <a:pt x="82800" y="556500"/>
                  </a:cubicBezTo>
                  <a:cubicBezTo>
                    <a:pt x="100500" y="427600"/>
                    <a:pt x="74400" y="296100"/>
                    <a:pt x="40300" y="172200"/>
                  </a:cubicBezTo>
                  <a:cubicBezTo>
                    <a:pt x="25100" y="116500"/>
                    <a:pt x="9100" y="58300"/>
                    <a:pt x="0" y="0"/>
                  </a:cubicBezTo>
                  <a:lnTo>
                    <a:pt x="163400" y="0"/>
                  </a:lnTo>
                  <a:cubicBezTo>
                    <a:pt x="170900" y="38600"/>
                    <a:pt x="182000" y="81500"/>
                    <a:pt x="195200" y="129600"/>
                  </a:cubicBezTo>
                  <a:close/>
                </a:path>
              </a:pathLst>
            </a:custGeom>
            <a:solidFill>
              <a:srgbClr val="00897B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2" name="asset-2-noto-emoji_u1f9ec-part-3"/>
            <p:cNvSpPr/>
            <p:nvPr/>
          </p:nvSpPr>
          <p:spPr>
            <a:xfrm>
              <a:off x="484600" y="65178"/>
              <a:ext cx="755400" cy="981222"/>
            </a:xfrm>
            <a:custGeom>
              <a:avLst/>
              <a:gdLst/>
              <a:ahLst/>
              <a:cxnLst/>
              <a:rect l="0" t="0" r="r" b="b"/>
              <a:pathLst>
                <a:path w="755400" h="981222">
                  <a:moveTo>
                    <a:pt x="239100" y="208922"/>
                  </a:moveTo>
                  <a:cubicBezTo>
                    <a:pt x="165200" y="282822"/>
                    <a:pt x="187400" y="388222"/>
                    <a:pt x="232800" y="553022"/>
                  </a:cubicBezTo>
                  <a:cubicBezTo>
                    <a:pt x="269700" y="687022"/>
                    <a:pt x="339700" y="880522"/>
                    <a:pt x="185500" y="962522"/>
                  </a:cubicBezTo>
                  <a:cubicBezTo>
                    <a:pt x="136900" y="988322"/>
                    <a:pt x="54800" y="976322"/>
                    <a:pt x="0" y="981222"/>
                  </a:cubicBezTo>
                  <a:cubicBezTo>
                    <a:pt x="14800" y="979922"/>
                    <a:pt x="60700" y="950822"/>
                    <a:pt x="71800" y="939722"/>
                  </a:cubicBezTo>
                  <a:cubicBezTo>
                    <a:pt x="145700" y="865822"/>
                    <a:pt x="123500" y="760422"/>
                    <a:pt x="78100" y="595622"/>
                  </a:cubicBezTo>
                  <a:cubicBezTo>
                    <a:pt x="32300" y="429222"/>
                    <a:pt x="-19700" y="240722"/>
                    <a:pt x="125600" y="95422"/>
                  </a:cubicBezTo>
                  <a:cubicBezTo>
                    <a:pt x="270900" y="-49878"/>
                    <a:pt x="459500" y="2122"/>
                    <a:pt x="625800" y="47922"/>
                  </a:cubicBezTo>
                  <a:cubicBezTo>
                    <a:pt x="673900" y="61222"/>
                    <a:pt x="716800" y="72222"/>
                    <a:pt x="755400" y="79722"/>
                  </a:cubicBezTo>
                  <a:lnTo>
                    <a:pt x="755400" y="243122"/>
                  </a:lnTo>
                  <a:cubicBezTo>
                    <a:pt x="697100" y="234022"/>
                    <a:pt x="638900" y="218022"/>
                    <a:pt x="583100" y="202722"/>
                  </a:cubicBezTo>
                  <a:cubicBezTo>
                    <a:pt x="418300" y="157322"/>
                    <a:pt x="313000" y="135022"/>
                    <a:pt x="239100" y="208922"/>
                  </a:cubicBezTo>
                  <a:close/>
                </a:path>
              </a:pathLst>
            </a:custGeom>
            <a:solidFill>
              <a:srgbClr val="AB47BC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3" name="asset-2-noto-emoji_u1f9ec-part-4"/>
            <p:cNvSpPr/>
            <p:nvPr/>
          </p:nvSpPr>
          <p:spPr>
            <a:xfrm>
              <a:off x="208400" y="1028900"/>
              <a:ext cx="144350" cy="164700"/>
            </a:xfrm>
            <a:custGeom>
              <a:avLst/>
              <a:gdLst/>
              <a:ahLst/>
              <a:cxnLst/>
              <a:rect l="0" t="0" r="r" b="b"/>
              <a:pathLst>
                <a:path w="144350" h="164700">
                  <a:moveTo>
                    <a:pt x="134600" y="105900"/>
                  </a:moveTo>
                  <a:cubicBezTo>
                    <a:pt x="147600" y="118900"/>
                    <a:pt x="147600" y="141600"/>
                    <a:pt x="134600" y="154600"/>
                  </a:cubicBezTo>
                  <a:lnTo>
                    <a:pt x="134600" y="154600"/>
                  </a:lnTo>
                  <a:cubicBezTo>
                    <a:pt x="128100" y="161100"/>
                    <a:pt x="119400" y="164700"/>
                    <a:pt x="110300" y="164700"/>
                  </a:cubicBezTo>
                  <a:cubicBezTo>
                    <a:pt x="101100" y="164700"/>
                    <a:pt x="92500" y="161100"/>
                    <a:pt x="86000" y="154600"/>
                  </a:cubicBezTo>
                  <a:lnTo>
                    <a:pt x="0" y="42800"/>
                  </a:lnTo>
                  <a:lnTo>
                    <a:pt x="42800" y="0"/>
                  </a:lnTo>
                  <a:lnTo>
                    <a:pt x="134600" y="105900"/>
                  </a:lnTo>
                  <a:close/>
                </a:path>
              </a:pathLst>
            </a:custGeom>
            <a:solidFill>
              <a:srgbClr val="F9A825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4" name="asset-2-noto-emoji_u1f9ec-part-5"/>
            <p:cNvSpPr/>
            <p:nvPr/>
          </p:nvSpPr>
          <p:spPr>
            <a:xfrm>
              <a:off x="118840" y="921245"/>
              <a:ext cx="132360" cy="150555"/>
            </a:xfrm>
            <a:custGeom>
              <a:avLst/>
              <a:gdLst/>
              <a:ahLst/>
              <a:cxnLst/>
              <a:rect l="0" t="0" r="r" b="b"/>
              <a:pathLst>
                <a:path w="132360" h="150555">
                  <a:moveTo>
                    <a:pt x="11660" y="3455"/>
                  </a:moveTo>
                  <a:cubicBezTo>
                    <a:pt x="24760" y="-6345"/>
                    <a:pt x="44160" y="7155"/>
                    <a:pt x="50660" y="13655"/>
                  </a:cubicBezTo>
                  <a:lnTo>
                    <a:pt x="132360" y="107755"/>
                  </a:lnTo>
                  <a:lnTo>
                    <a:pt x="89560" y="150555"/>
                  </a:lnTo>
                  <a:lnTo>
                    <a:pt x="7960" y="44555"/>
                  </a:lnTo>
                  <a:cubicBezTo>
                    <a:pt x="1360" y="37955"/>
                    <a:pt x="-7640" y="17855"/>
                    <a:pt x="11660" y="3455"/>
                  </a:cubicBezTo>
                  <a:close/>
                </a:path>
              </a:pathLst>
            </a:custGeom>
            <a:solidFill>
              <a:srgbClr val="40C4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5" name="asset-2-noto-emoji_u1f9ec-part-6"/>
            <p:cNvSpPr/>
            <p:nvPr/>
          </p:nvSpPr>
          <p:spPr>
            <a:xfrm>
              <a:off x="292000" y="946100"/>
              <a:ext cx="226750" cy="221600"/>
            </a:xfrm>
            <a:custGeom>
              <a:avLst/>
              <a:gdLst/>
              <a:ahLst/>
              <a:cxnLst/>
              <a:rect l="0" t="0" r="r" b="b"/>
              <a:pathLst>
                <a:path w="226750" h="221600">
                  <a:moveTo>
                    <a:pt x="216700" y="162800"/>
                  </a:moveTo>
                  <a:cubicBezTo>
                    <a:pt x="230100" y="176200"/>
                    <a:pt x="230100" y="198100"/>
                    <a:pt x="216700" y="211500"/>
                  </a:cubicBezTo>
                  <a:cubicBezTo>
                    <a:pt x="210200" y="218000"/>
                    <a:pt x="201600" y="221600"/>
                    <a:pt x="192400" y="221600"/>
                  </a:cubicBezTo>
                  <a:cubicBezTo>
                    <a:pt x="183200" y="221600"/>
                    <a:pt x="174600" y="218000"/>
                    <a:pt x="168100" y="211500"/>
                  </a:cubicBezTo>
                  <a:lnTo>
                    <a:pt x="0" y="41900"/>
                  </a:lnTo>
                  <a:lnTo>
                    <a:pt x="41900" y="0"/>
                  </a:lnTo>
                  <a:lnTo>
                    <a:pt x="216700" y="162800"/>
                  </a:lnTo>
                  <a:close/>
                </a:path>
              </a:pathLst>
            </a:custGeom>
            <a:solidFill>
              <a:srgbClr val="40C4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6" name="asset-2-noto-emoji_u1f9ec-part-7"/>
            <p:cNvSpPr/>
            <p:nvPr/>
          </p:nvSpPr>
          <p:spPr>
            <a:xfrm>
              <a:off x="114561" y="774809"/>
              <a:ext cx="219339" cy="213191"/>
            </a:xfrm>
            <a:custGeom>
              <a:avLst/>
              <a:gdLst/>
              <a:ahLst/>
              <a:cxnLst/>
              <a:rect l="0" t="0" r="r" b="b"/>
              <a:pathLst>
                <a:path w="219339" h="213191">
                  <a:moveTo>
                    <a:pt x="7939" y="4791"/>
                  </a:moveTo>
                  <a:cubicBezTo>
                    <a:pt x="22239" y="-7709"/>
                    <a:pt x="43739" y="6691"/>
                    <a:pt x="57139" y="20091"/>
                  </a:cubicBezTo>
                  <a:lnTo>
                    <a:pt x="219339" y="171291"/>
                  </a:lnTo>
                  <a:lnTo>
                    <a:pt x="177439" y="213191"/>
                  </a:lnTo>
                  <a:lnTo>
                    <a:pt x="16339" y="50691"/>
                  </a:lnTo>
                  <a:cubicBezTo>
                    <a:pt x="4039" y="37891"/>
                    <a:pt x="-8661" y="19191"/>
                    <a:pt x="7939" y="4791"/>
                  </a:cubicBezTo>
                  <a:close/>
                </a:path>
              </a:pathLst>
            </a:custGeom>
            <a:solidFill>
              <a:srgbClr val="9ED839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7" name="asset-2-noto-emoji_u1f9ec-part-8"/>
            <p:cNvSpPr/>
            <p:nvPr/>
          </p:nvSpPr>
          <p:spPr>
            <a:xfrm>
              <a:off x="387000" y="844300"/>
              <a:ext cx="227250" cy="227550"/>
            </a:xfrm>
            <a:custGeom>
              <a:avLst/>
              <a:gdLst/>
              <a:ahLst/>
              <a:cxnLst/>
              <a:rect l="0" t="0" r="r" b="b"/>
              <a:pathLst>
                <a:path w="227250" h="227550">
                  <a:moveTo>
                    <a:pt x="217500" y="168800"/>
                  </a:moveTo>
                  <a:cubicBezTo>
                    <a:pt x="230500" y="181800"/>
                    <a:pt x="230500" y="204500"/>
                    <a:pt x="217500" y="217500"/>
                  </a:cubicBezTo>
                  <a:cubicBezTo>
                    <a:pt x="204100" y="230900"/>
                    <a:pt x="182200" y="230900"/>
                    <a:pt x="168800" y="217500"/>
                  </a:cubicBezTo>
                  <a:lnTo>
                    <a:pt x="0" y="48700"/>
                  </a:lnTo>
                  <a:lnTo>
                    <a:pt x="48700" y="0"/>
                  </a:lnTo>
                  <a:lnTo>
                    <a:pt x="217500" y="168800"/>
                  </a:lnTo>
                  <a:close/>
                </a:path>
              </a:pathLst>
            </a:custGeom>
            <a:solidFill>
              <a:srgbClr val="9ED839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8" name="asset-2-noto-emoji_u1f9ec-part-9"/>
            <p:cNvSpPr/>
            <p:nvPr/>
          </p:nvSpPr>
          <p:spPr>
            <a:xfrm>
              <a:off x="148200" y="605550"/>
              <a:ext cx="287500" cy="287450"/>
            </a:xfrm>
            <a:custGeom>
              <a:avLst/>
              <a:gdLst/>
              <a:ahLst/>
              <a:cxnLst/>
              <a:rect l="0" t="0" r="r" b="b"/>
              <a:pathLst>
                <a:path w="287500" h="287450">
                  <a:moveTo>
                    <a:pt x="0" y="34450"/>
                  </a:moveTo>
                  <a:cubicBezTo>
                    <a:pt x="0" y="25250"/>
                    <a:pt x="3600" y="16650"/>
                    <a:pt x="10100" y="10050"/>
                  </a:cubicBezTo>
                  <a:cubicBezTo>
                    <a:pt x="23500" y="-3350"/>
                    <a:pt x="45400" y="-3350"/>
                    <a:pt x="58800" y="10050"/>
                  </a:cubicBezTo>
                  <a:lnTo>
                    <a:pt x="287500" y="238750"/>
                  </a:lnTo>
                  <a:lnTo>
                    <a:pt x="238800" y="287450"/>
                  </a:lnTo>
                  <a:lnTo>
                    <a:pt x="10100" y="58750"/>
                  </a:lnTo>
                  <a:cubicBezTo>
                    <a:pt x="3600" y="52250"/>
                    <a:pt x="0" y="43650"/>
                    <a:pt x="0" y="34450"/>
                  </a:cubicBezTo>
                  <a:close/>
                </a:path>
              </a:pathLst>
            </a:custGeom>
            <a:solidFill>
              <a:srgbClr val="40C4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9" name="asset-2-noto-emoji_u1f9ec-part-10"/>
            <p:cNvSpPr/>
            <p:nvPr/>
          </p:nvSpPr>
          <p:spPr>
            <a:xfrm>
              <a:off x="492100" y="745100"/>
              <a:ext cx="198857" cy="191036"/>
            </a:xfrm>
            <a:custGeom>
              <a:avLst/>
              <a:gdLst/>
              <a:ahLst/>
              <a:cxnLst/>
              <a:rect l="0" t="0" r="r" b="b"/>
              <a:pathLst>
                <a:path w="198857" h="191036">
                  <a:moveTo>
                    <a:pt x="185000" y="136700"/>
                  </a:moveTo>
                  <a:cubicBezTo>
                    <a:pt x="198000" y="149700"/>
                    <a:pt x="204900" y="171100"/>
                    <a:pt x="191900" y="184100"/>
                  </a:cubicBezTo>
                  <a:cubicBezTo>
                    <a:pt x="191900" y="184100"/>
                    <a:pt x="172100" y="198800"/>
                    <a:pt x="158700" y="185400"/>
                  </a:cubicBezTo>
                  <a:lnTo>
                    <a:pt x="0" y="42800"/>
                  </a:lnTo>
                  <a:lnTo>
                    <a:pt x="42800" y="0"/>
                  </a:lnTo>
                  <a:lnTo>
                    <a:pt x="185000" y="136700"/>
                  </a:lnTo>
                  <a:close/>
                </a:path>
              </a:pathLst>
            </a:custGeom>
            <a:solidFill>
              <a:srgbClr val="2E5FE6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0" name="asset-2-noto-emoji_u1f9ec-part-11"/>
            <p:cNvSpPr/>
            <p:nvPr/>
          </p:nvSpPr>
          <p:spPr>
            <a:xfrm>
              <a:off x="299800" y="565600"/>
              <a:ext cx="235000" cy="222300"/>
            </a:xfrm>
            <a:custGeom>
              <a:avLst/>
              <a:gdLst/>
              <a:ahLst/>
              <a:cxnLst/>
              <a:rect l="0" t="0" r="r" b="b"/>
              <a:pathLst>
                <a:path w="235000" h="222300">
                  <a:moveTo>
                    <a:pt x="0" y="34400"/>
                  </a:moveTo>
                  <a:cubicBezTo>
                    <a:pt x="0" y="25200"/>
                    <a:pt x="3600" y="16600"/>
                    <a:pt x="10100" y="10100"/>
                  </a:cubicBezTo>
                  <a:cubicBezTo>
                    <a:pt x="16600" y="3600"/>
                    <a:pt x="25300" y="0"/>
                    <a:pt x="34400" y="0"/>
                  </a:cubicBezTo>
                  <a:cubicBezTo>
                    <a:pt x="43600" y="0"/>
                    <a:pt x="52300" y="3600"/>
                    <a:pt x="58700" y="10100"/>
                  </a:cubicBezTo>
                  <a:lnTo>
                    <a:pt x="235000" y="179500"/>
                  </a:lnTo>
                  <a:lnTo>
                    <a:pt x="192200" y="222300"/>
                  </a:lnTo>
                  <a:lnTo>
                    <a:pt x="10100" y="58800"/>
                  </a:lnTo>
                  <a:cubicBezTo>
                    <a:pt x="3600" y="52300"/>
                    <a:pt x="0" y="43600"/>
                    <a:pt x="0" y="34400"/>
                  </a:cubicBezTo>
                  <a:close/>
                </a:path>
              </a:pathLst>
            </a:custGeom>
            <a:solidFill>
              <a:srgbClr val="EE8C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1" name="asset-2-noto-emoji_u1f9ec-part-12"/>
            <p:cNvSpPr/>
            <p:nvPr/>
          </p:nvSpPr>
          <p:spPr>
            <a:xfrm>
              <a:off x="577500" y="661200"/>
              <a:ext cx="116761" cy="126077"/>
            </a:xfrm>
            <a:custGeom>
              <a:avLst/>
              <a:gdLst/>
              <a:ahLst/>
              <a:cxnLst/>
              <a:rect l="0" t="0" r="r" b="b"/>
              <a:pathLst>
                <a:path w="116761" h="126077">
                  <a:moveTo>
                    <a:pt x="100600" y="76700"/>
                  </a:moveTo>
                  <a:cubicBezTo>
                    <a:pt x="113600" y="89700"/>
                    <a:pt x="121600" y="108400"/>
                    <a:pt x="113500" y="118400"/>
                  </a:cubicBezTo>
                  <a:cubicBezTo>
                    <a:pt x="105400" y="128400"/>
                    <a:pt x="88200" y="131300"/>
                    <a:pt x="67800" y="110500"/>
                  </a:cubicBezTo>
                  <a:cubicBezTo>
                    <a:pt x="59800" y="102300"/>
                    <a:pt x="31500" y="73400"/>
                    <a:pt x="0" y="41300"/>
                  </a:cubicBezTo>
                  <a:lnTo>
                    <a:pt x="41300" y="0"/>
                  </a:lnTo>
                  <a:lnTo>
                    <a:pt x="100600" y="76700"/>
                  </a:lnTo>
                  <a:close/>
                </a:path>
              </a:pathLst>
            </a:custGeom>
            <a:solidFill>
              <a:srgbClr val="40C4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2" name="asset-2-noto-emoji_u1f9ec-part-13"/>
            <p:cNvSpPr/>
            <p:nvPr/>
          </p:nvSpPr>
          <p:spPr>
            <a:xfrm>
              <a:off x="462000" y="536350"/>
              <a:ext cx="156700" cy="166150"/>
            </a:xfrm>
            <a:custGeom>
              <a:avLst/>
              <a:gdLst/>
              <a:ahLst/>
              <a:cxnLst/>
              <a:rect l="0" t="0" r="r" b="b"/>
              <a:pathLst>
                <a:path w="156700" h="166150">
                  <a:moveTo>
                    <a:pt x="0" y="34350"/>
                  </a:moveTo>
                  <a:cubicBezTo>
                    <a:pt x="0" y="25550"/>
                    <a:pt x="3400" y="16750"/>
                    <a:pt x="10100" y="10050"/>
                  </a:cubicBezTo>
                  <a:cubicBezTo>
                    <a:pt x="23500" y="-3350"/>
                    <a:pt x="45300" y="-3350"/>
                    <a:pt x="58800" y="10050"/>
                  </a:cubicBezTo>
                  <a:lnTo>
                    <a:pt x="116100" y="72350"/>
                  </a:lnTo>
                  <a:lnTo>
                    <a:pt x="156700" y="124850"/>
                  </a:lnTo>
                  <a:lnTo>
                    <a:pt x="115400" y="166150"/>
                  </a:lnTo>
                  <a:cubicBezTo>
                    <a:pt x="66500" y="116250"/>
                    <a:pt x="10000" y="58650"/>
                    <a:pt x="10000" y="58650"/>
                  </a:cubicBezTo>
                  <a:cubicBezTo>
                    <a:pt x="3400" y="51950"/>
                    <a:pt x="0" y="43150"/>
                    <a:pt x="0" y="34350"/>
                  </a:cubicBezTo>
                  <a:close/>
                </a:path>
              </a:pathLst>
            </a:custGeom>
            <a:solidFill>
              <a:srgbClr val="F9A825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3" name="asset-2-noto-emoji_u1f9ec-part-14"/>
            <p:cNvSpPr/>
            <p:nvPr/>
          </p:nvSpPr>
          <p:spPr>
            <a:xfrm>
              <a:off x="681700" y="557000"/>
              <a:ext cx="150250" cy="157650"/>
            </a:xfrm>
            <a:custGeom>
              <a:avLst/>
              <a:gdLst/>
              <a:ahLst/>
              <a:cxnLst/>
              <a:rect l="0" t="0" r="r" b="b"/>
              <a:pathLst>
                <a:path w="150250" h="157650">
                  <a:moveTo>
                    <a:pt x="140200" y="98900"/>
                  </a:moveTo>
                  <a:cubicBezTo>
                    <a:pt x="153600" y="112300"/>
                    <a:pt x="153600" y="134200"/>
                    <a:pt x="140200" y="147600"/>
                  </a:cubicBezTo>
                  <a:lnTo>
                    <a:pt x="140200" y="147600"/>
                  </a:lnTo>
                  <a:cubicBezTo>
                    <a:pt x="126800" y="161000"/>
                    <a:pt x="104900" y="161000"/>
                    <a:pt x="91500" y="147600"/>
                  </a:cubicBezTo>
                  <a:cubicBezTo>
                    <a:pt x="91500" y="147600"/>
                    <a:pt x="46100" y="95100"/>
                    <a:pt x="0" y="41300"/>
                  </a:cubicBezTo>
                  <a:lnTo>
                    <a:pt x="41300" y="0"/>
                  </a:lnTo>
                  <a:lnTo>
                    <a:pt x="140200" y="98900"/>
                  </a:lnTo>
                  <a:close/>
                </a:path>
              </a:pathLst>
            </a:custGeom>
            <a:solidFill>
              <a:srgbClr val="9ED839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4" name="asset-2-noto-emoji_u1f9ec-part-15"/>
            <p:cNvSpPr/>
            <p:nvPr/>
          </p:nvSpPr>
          <p:spPr>
            <a:xfrm>
              <a:off x="575574" y="437744"/>
              <a:ext cx="147426" cy="160656"/>
            </a:xfrm>
            <a:custGeom>
              <a:avLst/>
              <a:gdLst/>
              <a:ahLst/>
              <a:cxnLst/>
              <a:rect l="0" t="0" r="r" b="b"/>
              <a:pathLst>
                <a:path w="147426" h="160656">
                  <a:moveTo>
                    <a:pt x="7426" y="2756"/>
                  </a:moveTo>
                  <a:cubicBezTo>
                    <a:pt x="18726" y="-5344"/>
                    <a:pt x="34426" y="6356"/>
                    <a:pt x="40926" y="12856"/>
                  </a:cubicBezTo>
                  <a:lnTo>
                    <a:pt x="139026" y="110956"/>
                  </a:lnTo>
                  <a:lnTo>
                    <a:pt x="147426" y="119356"/>
                  </a:lnTo>
                  <a:lnTo>
                    <a:pt x="106126" y="160656"/>
                  </a:lnTo>
                  <a:cubicBezTo>
                    <a:pt x="62626" y="109856"/>
                    <a:pt x="18526" y="57856"/>
                    <a:pt x="11526" y="47756"/>
                  </a:cubicBezTo>
                  <a:cubicBezTo>
                    <a:pt x="6326" y="40156"/>
                    <a:pt x="-9074" y="14556"/>
                    <a:pt x="7426" y="2756"/>
                  </a:cubicBezTo>
                  <a:close/>
                </a:path>
              </a:pathLst>
            </a:custGeom>
            <a:solidFill>
              <a:srgbClr val="40C4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5" name="asset-2-noto-emoji_u1f9ec-part-16"/>
            <p:cNvSpPr/>
            <p:nvPr/>
          </p:nvSpPr>
          <p:spPr>
            <a:xfrm>
              <a:off x="775600" y="461300"/>
              <a:ext cx="221750" cy="227450"/>
            </a:xfrm>
            <a:custGeom>
              <a:avLst/>
              <a:gdLst/>
              <a:ahLst/>
              <a:cxnLst/>
              <a:rect l="0" t="0" r="r" b="b"/>
              <a:pathLst>
                <a:path w="221750" h="227450">
                  <a:moveTo>
                    <a:pt x="212000" y="168700"/>
                  </a:moveTo>
                  <a:cubicBezTo>
                    <a:pt x="225000" y="181700"/>
                    <a:pt x="225000" y="204400"/>
                    <a:pt x="212000" y="217400"/>
                  </a:cubicBezTo>
                  <a:cubicBezTo>
                    <a:pt x="198600" y="230800"/>
                    <a:pt x="176700" y="230800"/>
                    <a:pt x="163300" y="217400"/>
                  </a:cubicBezTo>
                  <a:lnTo>
                    <a:pt x="0" y="43100"/>
                  </a:lnTo>
                  <a:lnTo>
                    <a:pt x="43100" y="0"/>
                  </a:lnTo>
                  <a:lnTo>
                    <a:pt x="212000" y="168700"/>
                  </a:lnTo>
                  <a:close/>
                </a:path>
              </a:pathLst>
            </a:custGeom>
            <a:solidFill>
              <a:srgbClr val="40C4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6" name="asset-2-noto-emoji_u1f9ec-part-17"/>
            <p:cNvSpPr/>
            <p:nvPr/>
          </p:nvSpPr>
          <p:spPr>
            <a:xfrm>
              <a:off x="594669" y="274880"/>
              <a:ext cx="224031" cy="229420"/>
            </a:xfrm>
            <a:custGeom>
              <a:avLst/>
              <a:gdLst/>
              <a:ahLst/>
              <a:cxnLst/>
              <a:rect l="0" t="0" r="r" b="b"/>
              <a:pathLst>
                <a:path w="224031" h="229420">
                  <a:moveTo>
                    <a:pt x="2531" y="13520"/>
                  </a:moveTo>
                  <a:cubicBezTo>
                    <a:pt x="13331" y="-2080"/>
                    <a:pt x="27231" y="-6780"/>
                    <a:pt x="51231" y="13520"/>
                  </a:cubicBezTo>
                  <a:lnTo>
                    <a:pt x="224031" y="186320"/>
                  </a:lnTo>
                  <a:lnTo>
                    <a:pt x="180931" y="229420"/>
                  </a:lnTo>
                  <a:lnTo>
                    <a:pt x="13231" y="50420"/>
                  </a:lnTo>
                  <a:cubicBezTo>
                    <a:pt x="6531" y="43720"/>
                    <a:pt x="-5169" y="24820"/>
                    <a:pt x="2531" y="13520"/>
                  </a:cubicBezTo>
                  <a:close/>
                </a:path>
              </a:pathLst>
            </a:custGeom>
            <a:solidFill>
              <a:srgbClr val="9ED839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7" name="asset-2-noto-emoji_u1f9ec-part-18"/>
            <p:cNvSpPr/>
            <p:nvPr/>
          </p:nvSpPr>
          <p:spPr>
            <a:xfrm>
              <a:off x="866200" y="365100"/>
              <a:ext cx="227250" cy="227950"/>
            </a:xfrm>
            <a:custGeom>
              <a:avLst/>
              <a:gdLst/>
              <a:ahLst/>
              <a:cxnLst/>
              <a:rect l="0" t="0" r="r" b="b"/>
              <a:pathLst>
                <a:path w="227250" h="227950">
                  <a:moveTo>
                    <a:pt x="217200" y="169200"/>
                  </a:moveTo>
                  <a:cubicBezTo>
                    <a:pt x="230600" y="182600"/>
                    <a:pt x="230600" y="204500"/>
                    <a:pt x="217200" y="217900"/>
                  </a:cubicBezTo>
                  <a:cubicBezTo>
                    <a:pt x="203800" y="231300"/>
                    <a:pt x="181900" y="231300"/>
                    <a:pt x="168500" y="217900"/>
                  </a:cubicBezTo>
                  <a:lnTo>
                    <a:pt x="0" y="48700"/>
                  </a:lnTo>
                  <a:lnTo>
                    <a:pt x="48700" y="0"/>
                  </a:lnTo>
                  <a:lnTo>
                    <a:pt x="217200" y="169200"/>
                  </a:lnTo>
                  <a:close/>
                </a:path>
              </a:pathLst>
            </a:custGeom>
            <a:solidFill>
              <a:srgbClr val="EE8C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8" name="asset-2-noto-emoji_u1f9ec-part-19"/>
            <p:cNvSpPr/>
            <p:nvPr/>
          </p:nvSpPr>
          <p:spPr>
            <a:xfrm>
              <a:off x="661055" y="159850"/>
              <a:ext cx="253845" cy="253950"/>
            </a:xfrm>
            <a:custGeom>
              <a:avLst/>
              <a:gdLst/>
              <a:ahLst/>
              <a:cxnLst/>
              <a:rect l="0" t="0" r="r" b="b"/>
              <a:pathLst>
                <a:path w="253845" h="253950">
                  <a:moveTo>
                    <a:pt x="645" y="34350"/>
                  </a:moveTo>
                  <a:cubicBezTo>
                    <a:pt x="645" y="25150"/>
                    <a:pt x="4245" y="16550"/>
                    <a:pt x="10745" y="10050"/>
                  </a:cubicBezTo>
                  <a:cubicBezTo>
                    <a:pt x="24145" y="-3350"/>
                    <a:pt x="46045" y="-3350"/>
                    <a:pt x="59445" y="10050"/>
                  </a:cubicBezTo>
                  <a:lnTo>
                    <a:pt x="253845" y="205250"/>
                  </a:lnTo>
                  <a:lnTo>
                    <a:pt x="205145" y="253950"/>
                  </a:lnTo>
                  <a:lnTo>
                    <a:pt x="4245" y="52150"/>
                  </a:lnTo>
                  <a:cubicBezTo>
                    <a:pt x="-2255" y="45650"/>
                    <a:pt x="645" y="43550"/>
                    <a:pt x="645" y="34350"/>
                  </a:cubicBezTo>
                  <a:close/>
                </a:path>
              </a:pathLst>
            </a:custGeom>
            <a:solidFill>
              <a:srgbClr val="2E5FE6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9" name="asset-2-noto-emoji_u1f9ec-part-20"/>
            <p:cNvSpPr/>
            <p:nvPr/>
          </p:nvSpPr>
          <p:spPr>
            <a:xfrm>
              <a:off x="968800" y="268900"/>
              <a:ext cx="179119" cy="170361"/>
            </a:xfrm>
            <a:custGeom>
              <a:avLst/>
              <a:gdLst/>
              <a:ahLst/>
              <a:cxnLst/>
              <a:rect l="0" t="0" r="r" b="b"/>
              <a:pathLst>
                <a:path w="179119" h="170361">
                  <a:moveTo>
                    <a:pt x="146700" y="103600"/>
                  </a:moveTo>
                  <a:cubicBezTo>
                    <a:pt x="171600" y="127600"/>
                    <a:pt x="184900" y="145000"/>
                    <a:pt x="176700" y="158400"/>
                  </a:cubicBezTo>
                  <a:cubicBezTo>
                    <a:pt x="167300" y="173800"/>
                    <a:pt x="153200" y="177300"/>
                    <a:pt x="120700" y="150900"/>
                  </a:cubicBezTo>
                  <a:cubicBezTo>
                    <a:pt x="107700" y="140300"/>
                    <a:pt x="56500" y="93900"/>
                    <a:pt x="0" y="42200"/>
                  </a:cubicBezTo>
                  <a:lnTo>
                    <a:pt x="42200" y="0"/>
                  </a:lnTo>
                  <a:lnTo>
                    <a:pt x="146700" y="103600"/>
                  </a:lnTo>
                  <a:close/>
                </a:path>
              </a:pathLst>
            </a:custGeom>
            <a:solidFill>
              <a:srgbClr val="40C4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50" name="asset-2-noto-emoji_u1f9ec-part-21"/>
            <p:cNvSpPr/>
            <p:nvPr/>
          </p:nvSpPr>
          <p:spPr>
            <a:xfrm>
              <a:off x="778700" y="86750"/>
              <a:ext cx="232400" cy="224350"/>
            </a:xfrm>
            <a:custGeom>
              <a:avLst/>
              <a:gdLst/>
              <a:ahLst/>
              <a:cxnLst/>
              <a:rect l="0" t="0" r="r" b="b"/>
              <a:pathLst>
                <a:path w="232400" h="224350">
                  <a:moveTo>
                    <a:pt x="0" y="34450"/>
                  </a:moveTo>
                  <a:cubicBezTo>
                    <a:pt x="0" y="25650"/>
                    <a:pt x="3400" y="16850"/>
                    <a:pt x="10100" y="10050"/>
                  </a:cubicBezTo>
                  <a:cubicBezTo>
                    <a:pt x="23500" y="-3350"/>
                    <a:pt x="45400" y="-3350"/>
                    <a:pt x="58800" y="10050"/>
                  </a:cubicBezTo>
                  <a:lnTo>
                    <a:pt x="232400" y="182150"/>
                  </a:lnTo>
                  <a:lnTo>
                    <a:pt x="190200" y="224350"/>
                  </a:lnTo>
                  <a:cubicBezTo>
                    <a:pt x="106100" y="147450"/>
                    <a:pt x="10100" y="58750"/>
                    <a:pt x="10100" y="58750"/>
                  </a:cubicBezTo>
                  <a:cubicBezTo>
                    <a:pt x="3400" y="52050"/>
                    <a:pt x="0" y="43250"/>
                    <a:pt x="0" y="34450"/>
                  </a:cubicBezTo>
                  <a:close/>
                </a:path>
              </a:pathLst>
            </a:custGeom>
            <a:solidFill>
              <a:srgbClr val="9ED839"/>
            </a:solidFill>
            <a:ln w="13767" cap="flat">
              <a:noFill/>
              <a:prstDash val="solid"/>
              <a:miter/>
            </a:ln>
          </p:spPr>
        </p:sp>
        <p:sp>
          <p:nvSpPr>
            <p:cNvPr id="51" name="asset-2-noto-emoji_u1f9ec-part-22"/>
            <p:cNvSpPr/>
            <p:nvPr/>
          </p:nvSpPr>
          <p:spPr>
            <a:xfrm>
              <a:off x="40000" y="881800"/>
              <a:ext cx="725200" cy="332059"/>
            </a:xfrm>
            <a:custGeom>
              <a:avLst/>
              <a:gdLst/>
              <a:ahLst/>
              <a:cxnLst/>
              <a:rect l="0" t="0" r="r" b="b"/>
              <a:pathLst>
                <a:path w="725200" h="332059">
                  <a:moveTo>
                    <a:pt x="623100" y="120600"/>
                  </a:moveTo>
                  <a:cubicBezTo>
                    <a:pt x="677500" y="93700"/>
                    <a:pt x="708300" y="49300"/>
                    <a:pt x="725200" y="0"/>
                  </a:cubicBezTo>
                  <a:cubicBezTo>
                    <a:pt x="724700" y="84100"/>
                    <a:pt x="700900" y="165500"/>
                    <a:pt x="629800" y="236600"/>
                  </a:cubicBezTo>
                  <a:cubicBezTo>
                    <a:pt x="484500" y="381900"/>
                    <a:pt x="295900" y="330000"/>
                    <a:pt x="129600" y="284100"/>
                  </a:cubicBezTo>
                  <a:cubicBezTo>
                    <a:pt x="81500" y="270800"/>
                    <a:pt x="38600" y="259800"/>
                    <a:pt x="0" y="252300"/>
                  </a:cubicBezTo>
                  <a:lnTo>
                    <a:pt x="0" y="88900"/>
                  </a:lnTo>
                  <a:cubicBezTo>
                    <a:pt x="58300" y="98000"/>
                    <a:pt x="116500" y="114000"/>
                    <a:pt x="172300" y="129300"/>
                  </a:cubicBezTo>
                  <a:cubicBezTo>
                    <a:pt x="290000" y="161800"/>
                    <a:pt x="488100" y="187500"/>
                    <a:pt x="623100" y="120600"/>
                  </a:cubicBezTo>
                  <a:close/>
                </a:path>
              </a:pathLst>
            </a:custGeom>
            <a:solidFill>
              <a:srgbClr val="EE8C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52" name="asset-2-noto-emoji_u1f9ec-part-23"/>
            <p:cNvSpPr/>
            <p:nvPr/>
          </p:nvSpPr>
          <p:spPr>
            <a:xfrm>
              <a:off x="532900" y="65078"/>
              <a:ext cx="707100" cy="243122"/>
            </a:xfrm>
            <a:custGeom>
              <a:avLst/>
              <a:gdLst/>
              <a:ahLst/>
              <a:cxnLst/>
              <a:rect l="0" t="0" r="r" b="b"/>
              <a:pathLst>
                <a:path w="707100" h="243122">
                  <a:moveTo>
                    <a:pt x="142500" y="150222"/>
                  </a:moveTo>
                  <a:cubicBezTo>
                    <a:pt x="61100" y="160922"/>
                    <a:pt x="0" y="217522"/>
                    <a:pt x="0" y="217522"/>
                  </a:cubicBezTo>
                  <a:cubicBezTo>
                    <a:pt x="0" y="217522"/>
                    <a:pt x="8400" y="191122"/>
                    <a:pt x="26600" y="160422"/>
                  </a:cubicBezTo>
                  <a:cubicBezTo>
                    <a:pt x="40200" y="137622"/>
                    <a:pt x="58800" y="114022"/>
                    <a:pt x="77300" y="95422"/>
                  </a:cubicBezTo>
                  <a:cubicBezTo>
                    <a:pt x="222600" y="-49878"/>
                    <a:pt x="411200" y="2122"/>
                    <a:pt x="577500" y="47922"/>
                  </a:cubicBezTo>
                  <a:cubicBezTo>
                    <a:pt x="625600" y="61222"/>
                    <a:pt x="668500" y="72222"/>
                    <a:pt x="707100" y="79722"/>
                  </a:cubicBezTo>
                  <a:lnTo>
                    <a:pt x="707100" y="243122"/>
                  </a:lnTo>
                  <a:cubicBezTo>
                    <a:pt x="648800" y="234022"/>
                    <a:pt x="590600" y="218022"/>
                    <a:pt x="534800" y="202722"/>
                  </a:cubicBezTo>
                  <a:cubicBezTo>
                    <a:pt x="411000" y="168622"/>
                    <a:pt x="271600" y="133322"/>
                    <a:pt x="142500" y="150222"/>
                  </a:cubicBezTo>
                  <a:close/>
                </a:path>
              </a:pathLst>
            </a:custGeom>
            <a:solidFill>
              <a:srgbClr val="EE8C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53" name="asset-2-noto-emoji_u1f9ec-part-24"/>
            <p:cNvSpPr/>
            <p:nvPr/>
          </p:nvSpPr>
          <p:spPr>
            <a:xfrm>
              <a:off x="69000" y="376600"/>
              <a:ext cx="1147372" cy="403000"/>
            </a:xfrm>
            <a:custGeom>
              <a:avLst/>
              <a:gdLst/>
              <a:ahLst/>
              <a:cxnLst/>
              <a:rect l="0" t="0" r="r" b="b"/>
              <a:pathLst>
                <a:path w="1147372" h="403000">
                  <a:moveTo>
                    <a:pt x="1050400" y="293300"/>
                  </a:moveTo>
                  <a:cubicBezTo>
                    <a:pt x="905100" y="438600"/>
                    <a:pt x="716500" y="386700"/>
                    <a:pt x="550200" y="340800"/>
                  </a:cubicBezTo>
                  <a:cubicBezTo>
                    <a:pt x="487600" y="323600"/>
                    <a:pt x="149400" y="176800"/>
                    <a:pt x="0" y="403000"/>
                  </a:cubicBezTo>
                  <a:cubicBezTo>
                    <a:pt x="0" y="403000"/>
                    <a:pt x="29600" y="195000"/>
                    <a:pt x="206900" y="131100"/>
                  </a:cubicBezTo>
                  <a:cubicBezTo>
                    <a:pt x="350000" y="79500"/>
                    <a:pt x="564900" y="178300"/>
                    <a:pt x="592900" y="186100"/>
                  </a:cubicBezTo>
                  <a:cubicBezTo>
                    <a:pt x="765400" y="233600"/>
                    <a:pt x="926900" y="252400"/>
                    <a:pt x="1068500" y="121300"/>
                  </a:cubicBezTo>
                  <a:cubicBezTo>
                    <a:pt x="1100900" y="91300"/>
                    <a:pt x="1135400" y="43500"/>
                    <a:pt x="1143000" y="0"/>
                  </a:cubicBezTo>
                  <a:cubicBezTo>
                    <a:pt x="1139500" y="19400"/>
                    <a:pt x="1183900" y="159800"/>
                    <a:pt x="1050400" y="293300"/>
                  </a:cubicBezTo>
                  <a:close/>
                </a:path>
              </a:pathLst>
            </a:custGeom>
            <a:solidFill>
              <a:srgbClr val="00BFA5"/>
            </a:solidFill>
            <a:ln w="13767" cap="flat">
              <a:noFill/>
              <a:prstDash val="solid"/>
              <a:miter/>
            </a:ln>
          </p:spPr>
        </p:sp>
      </p:grpSp>
      <p:sp>
        <p:nvSpPr>
          <p:cNvPr id="16" name="TextBox 15"/>
          <p:cNvSpPr txBox="1"/>
          <p:nvPr/>
        </p:nvSpPr>
        <p:spPr>
          <a:xfrm>
            <a:off x="4476750" y="4524375"/>
            <a:ext cx="3238500" cy="1009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25" b="0">
                <a:solidFill>
                  <a:srgbClr val="173F35"/>
                </a:solidFill>
                <a:latin typeface="Noto Sans CJK SC"/>
              </a:defRPr>
            </a:pPr>
            <a:r>
              <a:t>非损伤采样与遗传检测</a:t>
            </a:r>
          </a:p>
          <a:p>
            <a:pPr>
              <a:defRPr sz="1725" b="0">
                <a:solidFill>
                  <a:srgbClr val="173F35"/>
                </a:solidFill>
                <a:latin typeface="Noto Sans CJK SC"/>
              </a:defRPr>
            </a:pPr>
            <a:r>
              <a:t>样品标记贯穿实验流程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1500" y="1657350"/>
            <a:ext cx="3695700" cy="4229100"/>
          </a:xfrm>
          <a:prstGeom prst="rect">
            <a:avLst/>
          </a:prstGeom>
          <a:solidFill>
            <a:srgbClr val="E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1500" y="1657350"/>
            <a:ext cx="3695700" cy="514350"/>
          </a:xfrm>
          <a:prstGeom prst="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0" y="1752600"/>
            <a:ext cx="33147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50" b="1">
                <a:solidFill>
                  <a:srgbClr val="FFFFFF"/>
                </a:solidFill>
                <a:latin typeface="Noto Sans CJK SC"/>
              </a:defRPr>
            </a:pPr>
            <a:r>
              <a:t>03  数据与识别</a:t>
            </a:r>
          </a:p>
        </p:txBody>
      </p:sp>
      <p:grpSp>
        <p:nvGrpSpPr>
          <p:cNvPr id="54" name="asset-3-lucide-network" descr="network — Lucide Icons and Contributors; preserve the bundled full upstream license. Source: https://github.com/lucide-icons/lucide/blob/20aef31db93fe4d9f398dbb15b120d99c48eef95/icons/network.svg; SVG SHA256: 626be730feea1e5ea7539fbf78b4a3fcb927ce5d7dc43364f2216908672ac792; native DrawingML derivative; recolored 173F35"/>
          <p:cNvGrpSpPr/>
          <p:nvPr/>
        </p:nvGrpSpPr>
        <p:grpSpPr>
          <a:xfrm>
            <a:off x="9158288" y="2419350"/>
            <a:ext cx="1762125" cy="1762125"/>
            <a:chOff x="0" y="0"/>
            <a:chExt cx="240000" cy="240000"/>
          </a:xfrm>
        </p:grpSpPr>
        <p:sp>
          <p:nvSpPr>
            <p:cNvPr id="55" name="asset-3-lucide-network-part-1"/>
            <p:cNvSpPr/>
            <p:nvPr/>
          </p:nvSpPr>
          <p:spPr>
            <a:xfrm>
              <a:off x="160000" y="16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10000" y="0"/>
                  </a:moveTo>
                  <a:lnTo>
                    <a:pt x="50000" y="0"/>
                  </a:lnTo>
                  <a:cubicBezTo>
                    <a:pt x="50209" y="0"/>
                    <a:pt x="50419" y="7"/>
                    <a:pt x="50628" y="20"/>
                  </a:cubicBezTo>
                  <a:cubicBezTo>
                    <a:pt x="50837" y="33"/>
                    <a:pt x="51046" y="53"/>
                    <a:pt x="51253" y="79"/>
                  </a:cubicBezTo>
                  <a:cubicBezTo>
                    <a:pt x="51461" y="105"/>
                    <a:pt x="51668" y="138"/>
                    <a:pt x="51874" y="177"/>
                  </a:cubicBezTo>
                  <a:cubicBezTo>
                    <a:pt x="52080" y="216"/>
                    <a:pt x="52284" y="262"/>
                    <a:pt x="52487" y="314"/>
                  </a:cubicBezTo>
                  <a:cubicBezTo>
                    <a:pt x="52690" y="366"/>
                    <a:pt x="52891" y="425"/>
                    <a:pt x="53090" y="489"/>
                  </a:cubicBezTo>
                  <a:cubicBezTo>
                    <a:pt x="53289" y="554"/>
                    <a:pt x="53486" y="625"/>
                    <a:pt x="53681" y="702"/>
                  </a:cubicBezTo>
                  <a:cubicBezTo>
                    <a:pt x="53876" y="779"/>
                    <a:pt x="54068" y="863"/>
                    <a:pt x="54258" y="952"/>
                  </a:cubicBezTo>
                  <a:cubicBezTo>
                    <a:pt x="54447" y="1041"/>
                    <a:pt x="54634" y="1136"/>
                    <a:pt x="54818" y="1237"/>
                  </a:cubicBezTo>
                  <a:cubicBezTo>
                    <a:pt x="55001" y="1338"/>
                    <a:pt x="55181" y="1444"/>
                    <a:pt x="55358" y="1557"/>
                  </a:cubicBezTo>
                  <a:cubicBezTo>
                    <a:pt x="55535" y="1669"/>
                    <a:pt x="55708" y="1787"/>
                    <a:pt x="55878" y="1910"/>
                  </a:cubicBezTo>
                  <a:cubicBezTo>
                    <a:pt x="56047" y="2033"/>
                    <a:pt x="56213" y="2161"/>
                    <a:pt x="56374" y="2295"/>
                  </a:cubicBezTo>
                  <a:cubicBezTo>
                    <a:pt x="56536" y="2428"/>
                    <a:pt x="56693" y="2567"/>
                    <a:pt x="56845" y="2710"/>
                  </a:cubicBezTo>
                  <a:cubicBezTo>
                    <a:pt x="56998" y="2854"/>
                    <a:pt x="57146" y="3002"/>
                    <a:pt x="57290" y="3155"/>
                  </a:cubicBezTo>
                  <a:cubicBezTo>
                    <a:pt x="57433" y="3307"/>
                    <a:pt x="57572" y="3464"/>
                    <a:pt x="57705" y="3626"/>
                  </a:cubicBezTo>
                  <a:cubicBezTo>
                    <a:pt x="57839" y="3787"/>
                    <a:pt x="57967" y="3953"/>
                    <a:pt x="58090" y="4122"/>
                  </a:cubicBezTo>
                  <a:cubicBezTo>
                    <a:pt x="58213" y="4292"/>
                    <a:pt x="58331" y="4465"/>
                    <a:pt x="58443" y="4642"/>
                  </a:cubicBezTo>
                  <a:cubicBezTo>
                    <a:pt x="58556" y="4819"/>
                    <a:pt x="58662" y="4999"/>
                    <a:pt x="58763" y="5182"/>
                  </a:cubicBezTo>
                  <a:cubicBezTo>
                    <a:pt x="58864" y="5366"/>
                    <a:pt x="58959" y="5553"/>
                    <a:pt x="59048" y="5742"/>
                  </a:cubicBezTo>
                  <a:cubicBezTo>
                    <a:pt x="59137" y="5932"/>
                    <a:pt x="59221" y="6124"/>
                    <a:pt x="59298" y="6319"/>
                  </a:cubicBezTo>
                  <a:cubicBezTo>
                    <a:pt x="59375" y="6514"/>
                    <a:pt x="59446" y="6711"/>
                    <a:pt x="59511" y="6910"/>
                  </a:cubicBezTo>
                  <a:cubicBezTo>
                    <a:pt x="59575" y="7109"/>
                    <a:pt x="59634" y="7310"/>
                    <a:pt x="59686" y="7513"/>
                  </a:cubicBezTo>
                  <a:cubicBezTo>
                    <a:pt x="59738" y="7716"/>
                    <a:pt x="59784" y="7920"/>
                    <a:pt x="59823" y="8126"/>
                  </a:cubicBezTo>
                  <a:cubicBezTo>
                    <a:pt x="59862" y="8332"/>
                    <a:pt x="59895" y="8539"/>
                    <a:pt x="59921" y="8747"/>
                  </a:cubicBezTo>
                  <a:cubicBezTo>
                    <a:pt x="59947" y="8954"/>
                    <a:pt x="59967" y="9163"/>
                    <a:pt x="59980" y="9372"/>
                  </a:cubicBezTo>
                  <a:cubicBezTo>
                    <a:pt x="59993" y="9581"/>
                    <a:pt x="60000" y="9791"/>
                    <a:pt x="60000" y="10000"/>
                  </a:cubicBezTo>
                  <a:lnTo>
                    <a:pt x="60000" y="50000"/>
                  </a:lnTo>
                  <a:cubicBezTo>
                    <a:pt x="60000" y="50209"/>
                    <a:pt x="59993" y="50419"/>
                    <a:pt x="59980" y="50628"/>
                  </a:cubicBezTo>
                  <a:cubicBezTo>
                    <a:pt x="59967" y="50837"/>
                    <a:pt x="59947" y="51046"/>
                    <a:pt x="59921" y="51253"/>
                  </a:cubicBezTo>
                  <a:cubicBezTo>
                    <a:pt x="59895" y="51461"/>
                    <a:pt x="59862" y="51668"/>
                    <a:pt x="59823" y="51874"/>
                  </a:cubicBezTo>
                  <a:cubicBezTo>
                    <a:pt x="59784" y="52080"/>
                    <a:pt x="59738" y="52284"/>
                    <a:pt x="59686" y="52487"/>
                  </a:cubicBezTo>
                  <a:cubicBezTo>
                    <a:pt x="59634" y="52690"/>
                    <a:pt x="59575" y="52891"/>
                    <a:pt x="59511" y="53090"/>
                  </a:cubicBezTo>
                  <a:cubicBezTo>
                    <a:pt x="59446" y="53289"/>
                    <a:pt x="59375" y="53486"/>
                    <a:pt x="59298" y="53681"/>
                  </a:cubicBezTo>
                  <a:cubicBezTo>
                    <a:pt x="59221" y="53876"/>
                    <a:pt x="59137" y="54068"/>
                    <a:pt x="59048" y="54258"/>
                  </a:cubicBezTo>
                  <a:cubicBezTo>
                    <a:pt x="58959" y="54447"/>
                    <a:pt x="58864" y="54634"/>
                    <a:pt x="58763" y="54818"/>
                  </a:cubicBezTo>
                  <a:cubicBezTo>
                    <a:pt x="58662" y="55001"/>
                    <a:pt x="58556" y="55181"/>
                    <a:pt x="58443" y="55358"/>
                  </a:cubicBezTo>
                  <a:cubicBezTo>
                    <a:pt x="58331" y="55535"/>
                    <a:pt x="58213" y="55708"/>
                    <a:pt x="58090" y="55878"/>
                  </a:cubicBezTo>
                  <a:cubicBezTo>
                    <a:pt x="57967" y="56047"/>
                    <a:pt x="57839" y="56213"/>
                    <a:pt x="57705" y="56374"/>
                  </a:cubicBezTo>
                  <a:cubicBezTo>
                    <a:pt x="57572" y="56536"/>
                    <a:pt x="57433" y="56693"/>
                    <a:pt x="57290" y="56845"/>
                  </a:cubicBezTo>
                  <a:cubicBezTo>
                    <a:pt x="57146" y="56998"/>
                    <a:pt x="56998" y="57146"/>
                    <a:pt x="56845" y="57290"/>
                  </a:cubicBezTo>
                  <a:cubicBezTo>
                    <a:pt x="56693" y="57433"/>
                    <a:pt x="56536" y="57572"/>
                    <a:pt x="56374" y="57705"/>
                  </a:cubicBezTo>
                  <a:cubicBezTo>
                    <a:pt x="56213" y="57839"/>
                    <a:pt x="56047" y="57967"/>
                    <a:pt x="55878" y="58090"/>
                  </a:cubicBezTo>
                  <a:cubicBezTo>
                    <a:pt x="55708" y="58213"/>
                    <a:pt x="55535" y="58331"/>
                    <a:pt x="55358" y="58443"/>
                  </a:cubicBezTo>
                  <a:cubicBezTo>
                    <a:pt x="55181" y="58556"/>
                    <a:pt x="55001" y="58662"/>
                    <a:pt x="54818" y="58763"/>
                  </a:cubicBezTo>
                  <a:cubicBezTo>
                    <a:pt x="54634" y="58864"/>
                    <a:pt x="54447" y="58959"/>
                    <a:pt x="54258" y="59048"/>
                  </a:cubicBezTo>
                  <a:cubicBezTo>
                    <a:pt x="54068" y="59137"/>
                    <a:pt x="53876" y="59221"/>
                    <a:pt x="53681" y="59298"/>
                  </a:cubicBezTo>
                  <a:cubicBezTo>
                    <a:pt x="53486" y="59375"/>
                    <a:pt x="53289" y="59446"/>
                    <a:pt x="53090" y="59511"/>
                  </a:cubicBezTo>
                  <a:cubicBezTo>
                    <a:pt x="52891" y="59575"/>
                    <a:pt x="52690" y="59634"/>
                    <a:pt x="52487" y="59686"/>
                  </a:cubicBezTo>
                  <a:cubicBezTo>
                    <a:pt x="52284" y="59738"/>
                    <a:pt x="52080" y="59784"/>
                    <a:pt x="51874" y="59823"/>
                  </a:cubicBezTo>
                  <a:cubicBezTo>
                    <a:pt x="51668" y="59862"/>
                    <a:pt x="51461" y="59895"/>
                    <a:pt x="51253" y="59921"/>
                  </a:cubicBezTo>
                  <a:cubicBezTo>
                    <a:pt x="51046" y="59947"/>
                    <a:pt x="50837" y="59967"/>
                    <a:pt x="50628" y="59980"/>
                  </a:cubicBezTo>
                  <a:cubicBezTo>
                    <a:pt x="50419" y="59993"/>
                    <a:pt x="50209" y="60000"/>
                    <a:pt x="50000" y="60000"/>
                  </a:cubicBezTo>
                  <a:lnTo>
                    <a:pt x="10000" y="60000"/>
                  </a:lnTo>
                  <a:cubicBezTo>
                    <a:pt x="9791" y="60000"/>
                    <a:pt x="9581" y="59993"/>
                    <a:pt x="9372" y="59980"/>
                  </a:cubicBezTo>
                  <a:cubicBezTo>
                    <a:pt x="9163" y="59967"/>
                    <a:pt x="8954" y="59947"/>
                    <a:pt x="8747" y="59921"/>
                  </a:cubicBezTo>
                  <a:cubicBezTo>
                    <a:pt x="8539" y="59895"/>
                    <a:pt x="8332" y="59862"/>
                    <a:pt x="8126" y="59823"/>
                  </a:cubicBezTo>
                  <a:cubicBezTo>
                    <a:pt x="7920" y="59784"/>
                    <a:pt x="7716" y="59738"/>
                    <a:pt x="7513" y="59686"/>
                  </a:cubicBezTo>
                  <a:cubicBezTo>
                    <a:pt x="7310" y="59634"/>
                    <a:pt x="7109" y="59575"/>
                    <a:pt x="6910" y="59511"/>
                  </a:cubicBezTo>
                  <a:cubicBezTo>
                    <a:pt x="6711" y="59446"/>
                    <a:pt x="6514" y="59375"/>
                    <a:pt x="6319" y="59298"/>
                  </a:cubicBezTo>
                  <a:cubicBezTo>
                    <a:pt x="6124" y="59221"/>
                    <a:pt x="5932" y="59137"/>
                    <a:pt x="5742" y="59048"/>
                  </a:cubicBezTo>
                  <a:cubicBezTo>
                    <a:pt x="5553" y="58959"/>
                    <a:pt x="5366" y="58864"/>
                    <a:pt x="5182" y="58763"/>
                  </a:cubicBezTo>
                  <a:cubicBezTo>
                    <a:pt x="4999" y="58662"/>
                    <a:pt x="4819" y="58556"/>
                    <a:pt x="4642" y="58443"/>
                  </a:cubicBezTo>
                  <a:cubicBezTo>
                    <a:pt x="4465" y="58331"/>
                    <a:pt x="4292" y="58213"/>
                    <a:pt x="4122" y="58090"/>
                  </a:cubicBezTo>
                  <a:cubicBezTo>
                    <a:pt x="3953" y="57967"/>
                    <a:pt x="3787" y="57839"/>
                    <a:pt x="3626" y="57705"/>
                  </a:cubicBezTo>
                  <a:cubicBezTo>
                    <a:pt x="3464" y="57572"/>
                    <a:pt x="3307" y="57433"/>
                    <a:pt x="3155" y="57290"/>
                  </a:cubicBezTo>
                  <a:cubicBezTo>
                    <a:pt x="3002" y="57146"/>
                    <a:pt x="2854" y="56998"/>
                    <a:pt x="2710" y="56845"/>
                  </a:cubicBezTo>
                  <a:cubicBezTo>
                    <a:pt x="2567" y="56693"/>
                    <a:pt x="2428" y="56536"/>
                    <a:pt x="2295" y="56374"/>
                  </a:cubicBezTo>
                  <a:cubicBezTo>
                    <a:pt x="2161" y="56213"/>
                    <a:pt x="2033" y="56047"/>
                    <a:pt x="1910" y="55878"/>
                  </a:cubicBezTo>
                  <a:cubicBezTo>
                    <a:pt x="1787" y="55708"/>
                    <a:pt x="1669" y="55535"/>
                    <a:pt x="1557" y="55358"/>
                  </a:cubicBezTo>
                  <a:cubicBezTo>
                    <a:pt x="1444" y="55181"/>
                    <a:pt x="1338" y="55001"/>
                    <a:pt x="1237" y="54818"/>
                  </a:cubicBezTo>
                  <a:cubicBezTo>
                    <a:pt x="1136" y="54634"/>
                    <a:pt x="1041" y="54447"/>
                    <a:pt x="952" y="54258"/>
                  </a:cubicBezTo>
                  <a:cubicBezTo>
                    <a:pt x="863" y="54068"/>
                    <a:pt x="779" y="53876"/>
                    <a:pt x="702" y="53681"/>
                  </a:cubicBezTo>
                  <a:cubicBezTo>
                    <a:pt x="625" y="53486"/>
                    <a:pt x="554" y="53289"/>
                    <a:pt x="489" y="53090"/>
                  </a:cubicBezTo>
                  <a:cubicBezTo>
                    <a:pt x="425" y="52891"/>
                    <a:pt x="366" y="52690"/>
                    <a:pt x="314" y="52487"/>
                  </a:cubicBezTo>
                  <a:cubicBezTo>
                    <a:pt x="262" y="52284"/>
                    <a:pt x="216" y="52080"/>
                    <a:pt x="177" y="51874"/>
                  </a:cubicBezTo>
                  <a:cubicBezTo>
                    <a:pt x="138" y="51668"/>
                    <a:pt x="105" y="51461"/>
                    <a:pt x="79" y="51253"/>
                  </a:cubicBezTo>
                  <a:cubicBezTo>
                    <a:pt x="53" y="51046"/>
                    <a:pt x="33" y="50837"/>
                    <a:pt x="20" y="50628"/>
                  </a:cubicBezTo>
                  <a:cubicBezTo>
                    <a:pt x="7" y="50419"/>
                    <a:pt x="0" y="50209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146844" cap="rnd">
              <a:solidFill>
                <a:srgbClr val="173F35"/>
              </a:solidFill>
              <a:prstDash val="solid"/>
              <a:round/>
            </a:ln>
          </p:spPr>
        </p:sp>
        <p:sp>
          <p:nvSpPr>
            <p:cNvPr id="56" name="asset-3-lucide-network-part-2"/>
            <p:cNvSpPr/>
            <p:nvPr/>
          </p:nvSpPr>
          <p:spPr>
            <a:xfrm>
              <a:off x="20000" y="16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10000" y="0"/>
                  </a:moveTo>
                  <a:lnTo>
                    <a:pt x="50000" y="0"/>
                  </a:lnTo>
                  <a:cubicBezTo>
                    <a:pt x="50209" y="0"/>
                    <a:pt x="50419" y="7"/>
                    <a:pt x="50628" y="20"/>
                  </a:cubicBezTo>
                  <a:cubicBezTo>
                    <a:pt x="50837" y="33"/>
                    <a:pt x="51046" y="53"/>
                    <a:pt x="51253" y="79"/>
                  </a:cubicBezTo>
                  <a:cubicBezTo>
                    <a:pt x="51461" y="105"/>
                    <a:pt x="51668" y="138"/>
                    <a:pt x="51874" y="177"/>
                  </a:cubicBezTo>
                  <a:cubicBezTo>
                    <a:pt x="52080" y="216"/>
                    <a:pt x="52284" y="262"/>
                    <a:pt x="52487" y="314"/>
                  </a:cubicBezTo>
                  <a:cubicBezTo>
                    <a:pt x="52690" y="366"/>
                    <a:pt x="52891" y="425"/>
                    <a:pt x="53090" y="489"/>
                  </a:cubicBezTo>
                  <a:cubicBezTo>
                    <a:pt x="53289" y="554"/>
                    <a:pt x="53486" y="625"/>
                    <a:pt x="53681" y="702"/>
                  </a:cubicBezTo>
                  <a:cubicBezTo>
                    <a:pt x="53876" y="779"/>
                    <a:pt x="54068" y="863"/>
                    <a:pt x="54258" y="952"/>
                  </a:cubicBezTo>
                  <a:cubicBezTo>
                    <a:pt x="54447" y="1041"/>
                    <a:pt x="54634" y="1136"/>
                    <a:pt x="54818" y="1237"/>
                  </a:cubicBezTo>
                  <a:cubicBezTo>
                    <a:pt x="55001" y="1338"/>
                    <a:pt x="55181" y="1444"/>
                    <a:pt x="55358" y="1557"/>
                  </a:cubicBezTo>
                  <a:cubicBezTo>
                    <a:pt x="55535" y="1669"/>
                    <a:pt x="55708" y="1787"/>
                    <a:pt x="55878" y="1910"/>
                  </a:cubicBezTo>
                  <a:cubicBezTo>
                    <a:pt x="56047" y="2033"/>
                    <a:pt x="56213" y="2161"/>
                    <a:pt x="56374" y="2295"/>
                  </a:cubicBezTo>
                  <a:cubicBezTo>
                    <a:pt x="56536" y="2428"/>
                    <a:pt x="56693" y="2567"/>
                    <a:pt x="56845" y="2710"/>
                  </a:cubicBezTo>
                  <a:cubicBezTo>
                    <a:pt x="56998" y="2854"/>
                    <a:pt x="57146" y="3002"/>
                    <a:pt x="57290" y="3155"/>
                  </a:cubicBezTo>
                  <a:cubicBezTo>
                    <a:pt x="57433" y="3307"/>
                    <a:pt x="57572" y="3464"/>
                    <a:pt x="57705" y="3626"/>
                  </a:cubicBezTo>
                  <a:cubicBezTo>
                    <a:pt x="57839" y="3787"/>
                    <a:pt x="57967" y="3953"/>
                    <a:pt x="58090" y="4122"/>
                  </a:cubicBezTo>
                  <a:cubicBezTo>
                    <a:pt x="58213" y="4292"/>
                    <a:pt x="58331" y="4465"/>
                    <a:pt x="58443" y="4642"/>
                  </a:cubicBezTo>
                  <a:cubicBezTo>
                    <a:pt x="58556" y="4819"/>
                    <a:pt x="58662" y="4999"/>
                    <a:pt x="58763" y="5182"/>
                  </a:cubicBezTo>
                  <a:cubicBezTo>
                    <a:pt x="58864" y="5366"/>
                    <a:pt x="58959" y="5553"/>
                    <a:pt x="59048" y="5742"/>
                  </a:cubicBezTo>
                  <a:cubicBezTo>
                    <a:pt x="59137" y="5932"/>
                    <a:pt x="59221" y="6124"/>
                    <a:pt x="59298" y="6319"/>
                  </a:cubicBezTo>
                  <a:cubicBezTo>
                    <a:pt x="59375" y="6514"/>
                    <a:pt x="59446" y="6711"/>
                    <a:pt x="59511" y="6910"/>
                  </a:cubicBezTo>
                  <a:cubicBezTo>
                    <a:pt x="59575" y="7109"/>
                    <a:pt x="59634" y="7310"/>
                    <a:pt x="59686" y="7513"/>
                  </a:cubicBezTo>
                  <a:cubicBezTo>
                    <a:pt x="59738" y="7716"/>
                    <a:pt x="59784" y="7920"/>
                    <a:pt x="59823" y="8126"/>
                  </a:cubicBezTo>
                  <a:cubicBezTo>
                    <a:pt x="59862" y="8332"/>
                    <a:pt x="59895" y="8539"/>
                    <a:pt x="59921" y="8747"/>
                  </a:cubicBezTo>
                  <a:cubicBezTo>
                    <a:pt x="59947" y="8954"/>
                    <a:pt x="59967" y="9163"/>
                    <a:pt x="59980" y="9372"/>
                  </a:cubicBezTo>
                  <a:cubicBezTo>
                    <a:pt x="59993" y="9581"/>
                    <a:pt x="60000" y="9791"/>
                    <a:pt x="60000" y="10000"/>
                  </a:cubicBezTo>
                  <a:lnTo>
                    <a:pt x="60000" y="50000"/>
                  </a:lnTo>
                  <a:cubicBezTo>
                    <a:pt x="60000" y="50209"/>
                    <a:pt x="59993" y="50419"/>
                    <a:pt x="59980" y="50628"/>
                  </a:cubicBezTo>
                  <a:cubicBezTo>
                    <a:pt x="59967" y="50837"/>
                    <a:pt x="59947" y="51046"/>
                    <a:pt x="59921" y="51253"/>
                  </a:cubicBezTo>
                  <a:cubicBezTo>
                    <a:pt x="59895" y="51461"/>
                    <a:pt x="59862" y="51668"/>
                    <a:pt x="59823" y="51874"/>
                  </a:cubicBezTo>
                  <a:cubicBezTo>
                    <a:pt x="59784" y="52080"/>
                    <a:pt x="59738" y="52284"/>
                    <a:pt x="59686" y="52487"/>
                  </a:cubicBezTo>
                  <a:cubicBezTo>
                    <a:pt x="59634" y="52690"/>
                    <a:pt x="59575" y="52891"/>
                    <a:pt x="59511" y="53090"/>
                  </a:cubicBezTo>
                  <a:cubicBezTo>
                    <a:pt x="59446" y="53289"/>
                    <a:pt x="59375" y="53486"/>
                    <a:pt x="59298" y="53681"/>
                  </a:cubicBezTo>
                  <a:cubicBezTo>
                    <a:pt x="59221" y="53876"/>
                    <a:pt x="59137" y="54068"/>
                    <a:pt x="59048" y="54258"/>
                  </a:cubicBezTo>
                  <a:cubicBezTo>
                    <a:pt x="58959" y="54447"/>
                    <a:pt x="58864" y="54634"/>
                    <a:pt x="58763" y="54818"/>
                  </a:cubicBezTo>
                  <a:cubicBezTo>
                    <a:pt x="58662" y="55001"/>
                    <a:pt x="58556" y="55181"/>
                    <a:pt x="58443" y="55358"/>
                  </a:cubicBezTo>
                  <a:cubicBezTo>
                    <a:pt x="58331" y="55535"/>
                    <a:pt x="58213" y="55708"/>
                    <a:pt x="58090" y="55878"/>
                  </a:cubicBezTo>
                  <a:cubicBezTo>
                    <a:pt x="57967" y="56047"/>
                    <a:pt x="57839" y="56213"/>
                    <a:pt x="57705" y="56374"/>
                  </a:cubicBezTo>
                  <a:cubicBezTo>
                    <a:pt x="57572" y="56536"/>
                    <a:pt x="57433" y="56693"/>
                    <a:pt x="57290" y="56845"/>
                  </a:cubicBezTo>
                  <a:cubicBezTo>
                    <a:pt x="57146" y="56998"/>
                    <a:pt x="56998" y="57146"/>
                    <a:pt x="56845" y="57290"/>
                  </a:cubicBezTo>
                  <a:cubicBezTo>
                    <a:pt x="56693" y="57433"/>
                    <a:pt x="56536" y="57572"/>
                    <a:pt x="56374" y="57705"/>
                  </a:cubicBezTo>
                  <a:cubicBezTo>
                    <a:pt x="56213" y="57839"/>
                    <a:pt x="56047" y="57967"/>
                    <a:pt x="55878" y="58090"/>
                  </a:cubicBezTo>
                  <a:cubicBezTo>
                    <a:pt x="55708" y="58213"/>
                    <a:pt x="55535" y="58331"/>
                    <a:pt x="55358" y="58443"/>
                  </a:cubicBezTo>
                  <a:cubicBezTo>
                    <a:pt x="55181" y="58556"/>
                    <a:pt x="55001" y="58662"/>
                    <a:pt x="54818" y="58763"/>
                  </a:cubicBezTo>
                  <a:cubicBezTo>
                    <a:pt x="54634" y="58864"/>
                    <a:pt x="54447" y="58959"/>
                    <a:pt x="54258" y="59048"/>
                  </a:cubicBezTo>
                  <a:cubicBezTo>
                    <a:pt x="54068" y="59137"/>
                    <a:pt x="53876" y="59221"/>
                    <a:pt x="53681" y="59298"/>
                  </a:cubicBezTo>
                  <a:cubicBezTo>
                    <a:pt x="53486" y="59375"/>
                    <a:pt x="53289" y="59446"/>
                    <a:pt x="53090" y="59511"/>
                  </a:cubicBezTo>
                  <a:cubicBezTo>
                    <a:pt x="52891" y="59575"/>
                    <a:pt x="52690" y="59634"/>
                    <a:pt x="52487" y="59686"/>
                  </a:cubicBezTo>
                  <a:cubicBezTo>
                    <a:pt x="52284" y="59738"/>
                    <a:pt x="52080" y="59784"/>
                    <a:pt x="51874" y="59823"/>
                  </a:cubicBezTo>
                  <a:cubicBezTo>
                    <a:pt x="51668" y="59862"/>
                    <a:pt x="51461" y="59895"/>
                    <a:pt x="51253" y="59921"/>
                  </a:cubicBezTo>
                  <a:cubicBezTo>
                    <a:pt x="51046" y="59947"/>
                    <a:pt x="50837" y="59967"/>
                    <a:pt x="50628" y="59980"/>
                  </a:cubicBezTo>
                  <a:cubicBezTo>
                    <a:pt x="50419" y="59993"/>
                    <a:pt x="50209" y="60000"/>
                    <a:pt x="50000" y="60000"/>
                  </a:cubicBezTo>
                  <a:lnTo>
                    <a:pt x="10000" y="60000"/>
                  </a:lnTo>
                  <a:cubicBezTo>
                    <a:pt x="9791" y="60000"/>
                    <a:pt x="9581" y="59993"/>
                    <a:pt x="9372" y="59980"/>
                  </a:cubicBezTo>
                  <a:cubicBezTo>
                    <a:pt x="9163" y="59967"/>
                    <a:pt x="8954" y="59947"/>
                    <a:pt x="8747" y="59921"/>
                  </a:cubicBezTo>
                  <a:cubicBezTo>
                    <a:pt x="8539" y="59895"/>
                    <a:pt x="8332" y="59862"/>
                    <a:pt x="8126" y="59823"/>
                  </a:cubicBezTo>
                  <a:cubicBezTo>
                    <a:pt x="7920" y="59784"/>
                    <a:pt x="7716" y="59738"/>
                    <a:pt x="7513" y="59686"/>
                  </a:cubicBezTo>
                  <a:cubicBezTo>
                    <a:pt x="7310" y="59634"/>
                    <a:pt x="7109" y="59575"/>
                    <a:pt x="6910" y="59511"/>
                  </a:cubicBezTo>
                  <a:cubicBezTo>
                    <a:pt x="6711" y="59446"/>
                    <a:pt x="6514" y="59375"/>
                    <a:pt x="6319" y="59298"/>
                  </a:cubicBezTo>
                  <a:cubicBezTo>
                    <a:pt x="6124" y="59221"/>
                    <a:pt x="5932" y="59137"/>
                    <a:pt x="5742" y="59048"/>
                  </a:cubicBezTo>
                  <a:cubicBezTo>
                    <a:pt x="5553" y="58959"/>
                    <a:pt x="5366" y="58864"/>
                    <a:pt x="5182" y="58763"/>
                  </a:cubicBezTo>
                  <a:cubicBezTo>
                    <a:pt x="4999" y="58662"/>
                    <a:pt x="4819" y="58556"/>
                    <a:pt x="4642" y="58443"/>
                  </a:cubicBezTo>
                  <a:cubicBezTo>
                    <a:pt x="4465" y="58331"/>
                    <a:pt x="4292" y="58213"/>
                    <a:pt x="4122" y="58090"/>
                  </a:cubicBezTo>
                  <a:cubicBezTo>
                    <a:pt x="3953" y="57967"/>
                    <a:pt x="3787" y="57839"/>
                    <a:pt x="3626" y="57705"/>
                  </a:cubicBezTo>
                  <a:cubicBezTo>
                    <a:pt x="3464" y="57572"/>
                    <a:pt x="3307" y="57433"/>
                    <a:pt x="3155" y="57290"/>
                  </a:cubicBezTo>
                  <a:cubicBezTo>
                    <a:pt x="3002" y="57146"/>
                    <a:pt x="2854" y="56998"/>
                    <a:pt x="2710" y="56845"/>
                  </a:cubicBezTo>
                  <a:cubicBezTo>
                    <a:pt x="2567" y="56693"/>
                    <a:pt x="2428" y="56536"/>
                    <a:pt x="2295" y="56374"/>
                  </a:cubicBezTo>
                  <a:cubicBezTo>
                    <a:pt x="2161" y="56213"/>
                    <a:pt x="2033" y="56047"/>
                    <a:pt x="1910" y="55878"/>
                  </a:cubicBezTo>
                  <a:cubicBezTo>
                    <a:pt x="1787" y="55708"/>
                    <a:pt x="1669" y="55535"/>
                    <a:pt x="1557" y="55358"/>
                  </a:cubicBezTo>
                  <a:cubicBezTo>
                    <a:pt x="1444" y="55181"/>
                    <a:pt x="1338" y="55001"/>
                    <a:pt x="1237" y="54818"/>
                  </a:cubicBezTo>
                  <a:cubicBezTo>
                    <a:pt x="1136" y="54634"/>
                    <a:pt x="1041" y="54447"/>
                    <a:pt x="952" y="54258"/>
                  </a:cubicBezTo>
                  <a:cubicBezTo>
                    <a:pt x="863" y="54068"/>
                    <a:pt x="779" y="53876"/>
                    <a:pt x="702" y="53681"/>
                  </a:cubicBezTo>
                  <a:cubicBezTo>
                    <a:pt x="625" y="53486"/>
                    <a:pt x="554" y="53289"/>
                    <a:pt x="489" y="53090"/>
                  </a:cubicBezTo>
                  <a:cubicBezTo>
                    <a:pt x="425" y="52891"/>
                    <a:pt x="366" y="52690"/>
                    <a:pt x="314" y="52487"/>
                  </a:cubicBezTo>
                  <a:cubicBezTo>
                    <a:pt x="262" y="52284"/>
                    <a:pt x="216" y="52080"/>
                    <a:pt x="177" y="51874"/>
                  </a:cubicBezTo>
                  <a:cubicBezTo>
                    <a:pt x="138" y="51668"/>
                    <a:pt x="105" y="51461"/>
                    <a:pt x="79" y="51253"/>
                  </a:cubicBezTo>
                  <a:cubicBezTo>
                    <a:pt x="53" y="51046"/>
                    <a:pt x="33" y="50837"/>
                    <a:pt x="20" y="50628"/>
                  </a:cubicBezTo>
                  <a:cubicBezTo>
                    <a:pt x="7" y="50419"/>
                    <a:pt x="0" y="50209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146844" cap="rnd">
              <a:solidFill>
                <a:srgbClr val="173F35"/>
              </a:solidFill>
              <a:prstDash val="solid"/>
              <a:round/>
            </a:ln>
          </p:spPr>
        </p:sp>
        <p:sp>
          <p:nvSpPr>
            <p:cNvPr id="57" name="asset-3-lucide-network-part-3"/>
            <p:cNvSpPr/>
            <p:nvPr/>
          </p:nvSpPr>
          <p:spPr>
            <a:xfrm>
              <a:off x="90000" y="2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10000" y="0"/>
                  </a:moveTo>
                  <a:lnTo>
                    <a:pt x="50000" y="0"/>
                  </a:lnTo>
                  <a:cubicBezTo>
                    <a:pt x="50209" y="0"/>
                    <a:pt x="50419" y="7"/>
                    <a:pt x="50628" y="20"/>
                  </a:cubicBezTo>
                  <a:cubicBezTo>
                    <a:pt x="50837" y="33"/>
                    <a:pt x="51046" y="53"/>
                    <a:pt x="51253" y="79"/>
                  </a:cubicBezTo>
                  <a:cubicBezTo>
                    <a:pt x="51461" y="105"/>
                    <a:pt x="51668" y="138"/>
                    <a:pt x="51874" y="177"/>
                  </a:cubicBezTo>
                  <a:cubicBezTo>
                    <a:pt x="52080" y="216"/>
                    <a:pt x="52284" y="262"/>
                    <a:pt x="52487" y="314"/>
                  </a:cubicBezTo>
                  <a:cubicBezTo>
                    <a:pt x="52690" y="366"/>
                    <a:pt x="52891" y="425"/>
                    <a:pt x="53090" y="489"/>
                  </a:cubicBezTo>
                  <a:cubicBezTo>
                    <a:pt x="53289" y="554"/>
                    <a:pt x="53486" y="625"/>
                    <a:pt x="53681" y="702"/>
                  </a:cubicBezTo>
                  <a:cubicBezTo>
                    <a:pt x="53876" y="779"/>
                    <a:pt x="54068" y="863"/>
                    <a:pt x="54258" y="952"/>
                  </a:cubicBezTo>
                  <a:cubicBezTo>
                    <a:pt x="54447" y="1041"/>
                    <a:pt x="54634" y="1136"/>
                    <a:pt x="54818" y="1237"/>
                  </a:cubicBezTo>
                  <a:cubicBezTo>
                    <a:pt x="55001" y="1338"/>
                    <a:pt x="55181" y="1444"/>
                    <a:pt x="55358" y="1557"/>
                  </a:cubicBezTo>
                  <a:cubicBezTo>
                    <a:pt x="55535" y="1669"/>
                    <a:pt x="55708" y="1787"/>
                    <a:pt x="55878" y="1910"/>
                  </a:cubicBezTo>
                  <a:cubicBezTo>
                    <a:pt x="56047" y="2033"/>
                    <a:pt x="56213" y="2161"/>
                    <a:pt x="56374" y="2295"/>
                  </a:cubicBezTo>
                  <a:cubicBezTo>
                    <a:pt x="56536" y="2428"/>
                    <a:pt x="56693" y="2567"/>
                    <a:pt x="56845" y="2710"/>
                  </a:cubicBezTo>
                  <a:cubicBezTo>
                    <a:pt x="56998" y="2854"/>
                    <a:pt x="57146" y="3002"/>
                    <a:pt x="57290" y="3155"/>
                  </a:cubicBezTo>
                  <a:cubicBezTo>
                    <a:pt x="57433" y="3307"/>
                    <a:pt x="57572" y="3464"/>
                    <a:pt x="57705" y="3626"/>
                  </a:cubicBezTo>
                  <a:cubicBezTo>
                    <a:pt x="57839" y="3787"/>
                    <a:pt x="57967" y="3953"/>
                    <a:pt x="58090" y="4122"/>
                  </a:cubicBezTo>
                  <a:cubicBezTo>
                    <a:pt x="58213" y="4292"/>
                    <a:pt x="58331" y="4465"/>
                    <a:pt x="58443" y="4642"/>
                  </a:cubicBezTo>
                  <a:cubicBezTo>
                    <a:pt x="58556" y="4819"/>
                    <a:pt x="58662" y="4999"/>
                    <a:pt x="58763" y="5182"/>
                  </a:cubicBezTo>
                  <a:cubicBezTo>
                    <a:pt x="58864" y="5366"/>
                    <a:pt x="58959" y="5553"/>
                    <a:pt x="59048" y="5742"/>
                  </a:cubicBezTo>
                  <a:cubicBezTo>
                    <a:pt x="59137" y="5932"/>
                    <a:pt x="59221" y="6124"/>
                    <a:pt x="59298" y="6319"/>
                  </a:cubicBezTo>
                  <a:cubicBezTo>
                    <a:pt x="59375" y="6514"/>
                    <a:pt x="59446" y="6711"/>
                    <a:pt x="59511" y="6910"/>
                  </a:cubicBezTo>
                  <a:cubicBezTo>
                    <a:pt x="59575" y="7109"/>
                    <a:pt x="59634" y="7310"/>
                    <a:pt x="59686" y="7513"/>
                  </a:cubicBezTo>
                  <a:cubicBezTo>
                    <a:pt x="59738" y="7716"/>
                    <a:pt x="59784" y="7920"/>
                    <a:pt x="59823" y="8126"/>
                  </a:cubicBezTo>
                  <a:cubicBezTo>
                    <a:pt x="59862" y="8332"/>
                    <a:pt x="59895" y="8539"/>
                    <a:pt x="59921" y="8747"/>
                  </a:cubicBezTo>
                  <a:cubicBezTo>
                    <a:pt x="59947" y="8954"/>
                    <a:pt x="59967" y="9163"/>
                    <a:pt x="59980" y="9372"/>
                  </a:cubicBezTo>
                  <a:cubicBezTo>
                    <a:pt x="59993" y="9581"/>
                    <a:pt x="60000" y="9791"/>
                    <a:pt x="60000" y="10000"/>
                  </a:cubicBezTo>
                  <a:lnTo>
                    <a:pt x="60000" y="50000"/>
                  </a:lnTo>
                  <a:cubicBezTo>
                    <a:pt x="60000" y="50209"/>
                    <a:pt x="59993" y="50419"/>
                    <a:pt x="59980" y="50628"/>
                  </a:cubicBezTo>
                  <a:cubicBezTo>
                    <a:pt x="59967" y="50837"/>
                    <a:pt x="59947" y="51046"/>
                    <a:pt x="59921" y="51253"/>
                  </a:cubicBezTo>
                  <a:cubicBezTo>
                    <a:pt x="59895" y="51461"/>
                    <a:pt x="59862" y="51668"/>
                    <a:pt x="59823" y="51874"/>
                  </a:cubicBezTo>
                  <a:cubicBezTo>
                    <a:pt x="59784" y="52080"/>
                    <a:pt x="59738" y="52284"/>
                    <a:pt x="59686" y="52487"/>
                  </a:cubicBezTo>
                  <a:cubicBezTo>
                    <a:pt x="59634" y="52690"/>
                    <a:pt x="59575" y="52891"/>
                    <a:pt x="59511" y="53090"/>
                  </a:cubicBezTo>
                  <a:cubicBezTo>
                    <a:pt x="59446" y="53289"/>
                    <a:pt x="59375" y="53486"/>
                    <a:pt x="59298" y="53681"/>
                  </a:cubicBezTo>
                  <a:cubicBezTo>
                    <a:pt x="59221" y="53876"/>
                    <a:pt x="59137" y="54068"/>
                    <a:pt x="59048" y="54258"/>
                  </a:cubicBezTo>
                  <a:cubicBezTo>
                    <a:pt x="58959" y="54447"/>
                    <a:pt x="58864" y="54634"/>
                    <a:pt x="58763" y="54818"/>
                  </a:cubicBezTo>
                  <a:cubicBezTo>
                    <a:pt x="58662" y="55001"/>
                    <a:pt x="58556" y="55181"/>
                    <a:pt x="58443" y="55358"/>
                  </a:cubicBezTo>
                  <a:cubicBezTo>
                    <a:pt x="58331" y="55535"/>
                    <a:pt x="58213" y="55708"/>
                    <a:pt x="58090" y="55878"/>
                  </a:cubicBezTo>
                  <a:cubicBezTo>
                    <a:pt x="57967" y="56047"/>
                    <a:pt x="57839" y="56213"/>
                    <a:pt x="57705" y="56374"/>
                  </a:cubicBezTo>
                  <a:cubicBezTo>
                    <a:pt x="57572" y="56536"/>
                    <a:pt x="57433" y="56693"/>
                    <a:pt x="57290" y="56845"/>
                  </a:cubicBezTo>
                  <a:cubicBezTo>
                    <a:pt x="57146" y="56998"/>
                    <a:pt x="56998" y="57146"/>
                    <a:pt x="56845" y="57290"/>
                  </a:cubicBezTo>
                  <a:cubicBezTo>
                    <a:pt x="56693" y="57433"/>
                    <a:pt x="56536" y="57572"/>
                    <a:pt x="56374" y="57705"/>
                  </a:cubicBezTo>
                  <a:cubicBezTo>
                    <a:pt x="56213" y="57839"/>
                    <a:pt x="56047" y="57967"/>
                    <a:pt x="55878" y="58090"/>
                  </a:cubicBezTo>
                  <a:cubicBezTo>
                    <a:pt x="55708" y="58213"/>
                    <a:pt x="55535" y="58331"/>
                    <a:pt x="55358" y="58443"/>
                  </a:cubicBezTo>
                  <a:cubicBezTo>
                    <a:pt x="55181" y="58556"/>
                    <a:pt x="55001" y="58662"/>
                    <a:pt x="54818" y="58763"/>
                  </a:cubicBezTo>
                  <a:cubicBezTo>
                    <a:pt x="54634" y="58864"/>
                    <a:pt x="54447" y="58959"/>
                    <a:pt x="54258" y="59048"/>
                  </a:cubicBezTo>
                  <a:cubicBezTo>
                    <a:pt x="54068" y="59137"/>
                    <a:pt x="53876" y="59221"/>
                    <a:pt x="53681" y="59298"/>
                  </a:cubicBezTo>
                  <a:cubicBezTo>
                    <a:pt x="53486" y="59375"/>
                    <a:pt x="53289" y="59446"/>
                    <a:pt x="53090" y="59511"/>
                  </a:cubicBezTo>
                  <a:cubicBezTo>
                    <a:pt x="52891" y="59575"/>
                    <a:pt x="52690" y="59634"/>
                    <a:pt x="52487" y="59686"/>
                  </a:cubicBezTo>
                  <a:cubicBezTo>
                    <a:pt x="52284" y="59738"/>
                    <a:pt x="52080" y="59784"/>
                    <a:pt x="51874" y="59823"/>
                  </a:cubicBezTo>
                  <a:cubicBezTo>
                    <a:pt x="51668" y="59862"/>
                    <a:pt x="51461" y="59895"/>
                    <a:pt x="51253" y="59921"/>
                  </a:cubicBezTo>
                  <a:cubicBezTo>
                    <a:pt x="51046" y="59947"/>
                    <a:pt x="50837" y="59967"/>
                    <a:pt x="50628" y="59980"/>
                  </a:cubicBezTo>
                  <a:cubicBezTo>
                    <a:pt x="50419" y="59993"/>
                    <a:pt x="50209" y="60000"/>
                    <a:pt x="50000" y="60000"/>
                  </a:cubicBezTo>
                  <a:lnTo>
                    <a:pt x="10000" y="60000"/>
                  </a:lnTo>
                  <a:cubicBezTo>
                    <a:pt x="9791" y="60000"/>
                    <a:pt x="9581" y="59993"/>
                    <a:pt x="9372" y="59980"/>
                  </a:cubicBezTo>
                  <a:cubicBezTo>
                    <a:pt x="9163" y="59967"/>
                    <a:pt x="8954" y="59947"/>
                    <a:pt x="8747" y="59921"/>
                  </a:cubicBezTo>
                  <a:cubicBezTo>
                    <a:pt x="8539" y="59895"/>
                    <a:pt x="8332" y="59862"/>
                    <a:pt x="8126" y="59823"/>
                  </a:cubicBezTo>
                  <a:cubicBezTo>
                    <a:pt x="7920" y="59784"/>
                    <a:pt x="7716" y="59738"/>
                    <a:pt x="7513" y="59686"/>
                  </a:cubicBezTo>
                  <a:cubicBezTo>
                    <a:pt x="7310" y="59634"/>
                    <a:pt x="7109" y="59575"/>
                    <a:pt x="6910" y="59511"/>
                  </a:cubicBezTo>
                  <a:cubicBezTo>
                    <a:pt x="6711" y="59446"/>
                    <a:pt x="6514" y="59375"/>
                    <a:pt x="6319" y="59298"/>
                  </a:cubicBezTo>
                  <a:cubicBezTo>
                    <a:pt x="6124" y="59221"/>
                    <a:pt x="5932" y="59137"/>
                    <a:pt x="5742" y="59048"/>
                  </a:cubicBezTo>
                  <a:cubicBezTo>
                    <a:pt x="5553" y="58959"/>
                    <a:pt x="5366" y="58864"/>
                    <a:pt x="5182" y="58763"/>
                  </a:cubicBezTo>
                  <a:cubicBezTo>
                    <a:pt x="4999" y="58662"/>
                    <a:pt x="4819" y="58556"/>
                    <a:pt x="4642" y="58443"/>
                  </a:cubicBezTo>
                  <a:cubicBezTo>
                    <a:pt x="4465" y="58331"/>
                    <a:pt x="4292" y="58213"/>
                    <a:pt x="4122" y="58090"/>
                  </a:cubicBezTo>
                  <a:cubicBezTo>
                    <a:pt x="3953" y="57967"/>
                    <a:pt x="3787" y="57839"/>
                    <a:pt x="3626" y="57705"/>
                  </a:cubicBezTo>
                  <a:cubicBezTo>
                    <a:pt x="3464" y="57572"/>
                    <a:pt x="3307" y="57433"/>
                    <a:pt x="3155" y="57290"/>
                  </a:cubicBezTo>
                  <a:cubicBezTo>
                    <a:pt x="3002" y="57146"/>
                    <a:pt x="2854" y="56998"/>
                    <a:pt x="2710" y="56845"/>
                  </a:cubicBezTo>
                  <a:cubicBezTo>
                    <a:pt x="2567" y="56693"/>
                    <a:pt x="2428" y="56536"/>
                    <a:pt x="2295" y="56374"/>
                  </a:cubicBezTo>
                  <a:cubicBezTo>
                    <a:pt x="2161" y="56213"/>
                    <a:pt x="2033" y="56047"/>
                    <a:pt x="1910" y="55878"/>
                  </a:cubicBezTo>
                  <a:cubicBezTo>
                    <a:pt x="1787" y="55708"/>
                    <a:pt x="1669" y="55535"/>
                    <a:pt x="1557" y="55358"/>
                  </a:cubicBezTo>
                  <a:cubicBezTo>
                    <a:pt x="1444" y="55181"/>
                    <a:pt x="1338" y="55001"/>
                    <a:pt x="1237" y="54818"/>
                  </a:cubicBezTo>
                  <a:cubicBezTo>
                    <a:pt x="1136" y="54634"/>
                    <a:pt x="1041" y="54447"/>
                    <a:pt x="952" y="54258"/>
                  </a:cubicBezTo>
                  <a:cubicBezTo>
                    <a:pt x="863" y="54068"/>
                    <a:pt x="779" y="53876"/>
                    <a:pt x="702" y="53681"/>
                  </a:cubicBezTo>
                  <a:cubicBezTo>
                    <a:pt x="625" y="53486"/>
                    <a:pt x="554" y="53289"/>
                    <a:pt x="489" y="53090"/>
                  </a:cubicBezTo>
                  <a:cubicBezTo>
                    <a:pt x="425" y="52891"/>
                    <a:pt x="366" y="52690"/>
                    <a:pt x="314" y="52487"/>
                  </a:cubicBezTo>
                  <a:cubicBezTo>
                    <a:pt x="262" y="52284"/>
                    <a:pt x="216" y="52080"/>
                    <a:pt x="177" y="51874"/>
                  </a:cubicBezTo>
                  <a:cubicBezTo>
                    <a:pt x="138" y="51668"/>
                    <a:pt x="105" y="51461"/>
                    <a:pt x="79" y="51253"/>
                  </a:cubicBezTo>
                  <a:cubicBezTo>
                    <a:pt x="53" y="51046"/>
                    <a:pt x="33" y="50837"/>
                    <a:pt x="20" y="50628"/>
                  </a:cubicBezTo>
                  <a:cubicBezTo>
                    <a:pt x="7" y="50419"/>
                    <a:pt x="0" y="50209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146844" cap="rnd">
              <a:solidFill>
                <a:srgbClr val="173F35"/>
              </a:solidFill>
              <a:prstDash val="solid"/>
              <a:round/>
            </a:ln>
          </p:spPr>
        </p:sp>
        <p:sp>
          <p:nvSpPr>
            <p:cNvPr id="58" name="asset-3-lucide-network-part-4"/>
            <p:cNvSpPr/>
            <p:nvPr/>
          </p:nvSpPr>
          <p:spPr>
            <a:xfrm>
              <a:off x="50000" y="120000"/>
              <a:ext cx="140000" cy="40000"/>
            </a:xfrm>
            <a:custGeom>
              <a:avLst/>
              <a:gdLst/>
              <a:ahLst/>
              <a:cxnLst/>
              <a:rect l="0" t="0" r="r" b="b"/>
              <a:pathLst>
                <a:path w="140000" h="40000">
                  <a:moveTo>
                    <a:pt x="0" y="40000"/>
                  </a:move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lnTo>
                    <a:pt x="130000" y="0"/>
                  </a:lnTo>
                  <a:cubicBezTo>
                    <a:pt x="130209" y="0"/>
                    <a:pt x="130419" y="7"/>
                    <a:pt x="130628" y="20"/>
                  </a:cubicBezTo>
                  <a:cubicBezTo>
                    <a:pt x="130837" y="33"/>
                    <a:pt x="131046" y="53"/>
                    <a:pt x="131253" y="79"/>
                  </a:cubicBezTo>
                  <a:cubicBezTo>
                    <a:pt x="131461" y="105"/>
                    <a:pt x="131668" y="138"/>
                    <a:pt x="131874" y="177"/>
                  </a:cubicBezTo>
                  <a:cubicBezTo>
                    <a:pt x="132080" y="216"/>
                    <a:pt x="132284" y="262"/>
                    <a:pt x="132487" y="314"/>
                  </a:cubicBezTo>
                  <a:cubicBezTo>
                    <a:pt x="132690" y="366"/>
                    <a:pt x="132891" y="425"/>
                    <a:pt x="133090" y="489"/>
                  </a:cubicBezTo>
                  <a:cubicBezTo>
                    <a:pt x="133289" y="554"/>
                    <a:pt x="133486" y="625"/>
                    <a:pt x="133681" y="702"/>
                  </a:cubicBezTo>
                  <a:cubicBezTo>
                    <a:pt x="133876" y="779"/>
                    <a:pt x="134068" y="863"/>
                    <a:pt x="134258" y="952"/>
                  </a:cubicBezTo>
                  <a:cubicBezTo>
                    <a:pt x="134447" y="1041"/>
                    <a:pt x="134634" y="1136"/>
                    <a:pt x="134818" y="1237"/>
                  </a:cubicBezTo>
                  <a:cubicBezTo>
                    <a:pt x="135001" y="1338"/>
                    <a:pt x="135181" y="1444"/>
                    <a:pt x="135358" y="1557"/>
                  </a:cubicBezTo>
                  <a:cubicBezTo>
                    <a:pt x="135535" y="1669"/>
                    <a:pt x="135708" y="1787"/>
                    <a:pt x="135878" y="1910"/>
                  </a:cubicBezTo>
                  <a:cubicBezTo>
                    <a:pt x="136047" y="2033"/>
                    <a:pt x="136213" y="2161"/>
                    <a:pt x="136374" y="2295"/>
                  </a:cubicBezTo>
                  <a:cubicBezTo>
                    <a:pt x="136536" y="2428"/>
                    <a:pt x="136693" y="2567"/>
                    <a:pt x="136845" y="2710"/>
                  </a:cubicBezTo>
                  <a:cubicBezTo>
                    <a:pt x="136998" y="2854"/>
                    <a:pt x="137146" y="3002"/>
                    <a:pt x="137290" y="3155"/>
                  </a:cubicBezTo>
                  <a:cubicBezTo>
                    <a:pt x="137433" y="3307"/>
                    <a:pt x="137572" y="3464"/>
                    <a:pt x="137705" y="3626"/>
                  </a:cubicBezTo>
                  <a:cubicBezTo>
                    <a:pt x="137839" y="3787"/>
                    <a:pt x="137967" y="3953"/>
                    <a:pt x="138090" y="4122"/>
                  </a:cubicBezTo>
                  <a:cubicBezTo>
                    <a:pt x="138213" y="4292"/>
                    <a:pt x="138331" y="4465"/>
                    <a:pt x="138443" y="4642"/>
                  </a:cubicBezTo>
                  <a:cubicBezTo>
                    <a:pt x="138556" y="4819"/>
                    <a:pt x="138662" y="4999"/>
                    <a:pt x="138763" y="5182"/>
                  </a:cubicBezTo>
                  <a:cubicBezTo>
                    <a:pt x="138864" y="5366"/>
                    <a:pt x="138959" y="5553"/>
                    <a:pt x="139048" y="5742"/>
                  </a:cubicBezTo>
                  <a:cubicBezTo>
                    <a:pt x="139137" y="5932"/>
                    <a:pt x="139221" y="6124"/>
                    <a:pt x="139298" y="6319"/>
                  </a:cubicBezTo>
                  <a:cubicBezTo>
                    <a:pt x="139375" y="6514"/>
                    <a:pt x="139446" y="6711"/>
                    <a:pt x="139511" y="6910"/>
                  </a:cubicBezTo>
                  <a:cubicBezTo>
                    <a:pt x="139575" y="7109"/>
                    <a:pt x="139634" y="7310"/>
                    <a:pt x="139686" y="7513"/>
                  </a:cubicBezTo>
                  <a:cubicBezTo>
                    <a:pt x="139738" y="7716"/>
                    <a:pt x="139784" y="7920"/>
                    <a:pt x="139823" y="8126"/>
                  </a:cubicBezTo>
                  <a:cubicBezTo>
                    <a:pt x="139862" y="8332"/>
                    <a:pt x="139895" y="8539"/>
                    <a:pt x="139921" y="8747"/>
                  </a:cubicBezTo>
                  <a:cubicBezTo>
                    <a:pt x="139947" y="8954"/>
                    <a:pt x="139967" y="9163"/>
                    <a:pt x="139980" y="9372"/>
                  </a:cubicBezTo>
                  <a:cubicBezTo>
                    <a:pt x="139993" y="9581"/>
                    <a:pt x="140000" y="9791"/>
                    <a:pt x="140000" y="10000"/>
                  </a:cubicBezTo>
                  <a:lnTo>
                    <a:pt x="140000" y="40000"/>
                  </a:lnTo>
                </a:path>
              </a:pathLst>
            </a:custGeom>
            <a:noFill/>
            <a:ln w="146844" cap="rnd">
              <a:solidFill>
                <a:srgbClr val="173F35"/>
              </a:solidFill>
              <a:prstDash val="solid"/>
              <a:round/>
            </a:ln>
          </p:spPr>
        </p:sp>
        <p:sp>
          <p:nvSpPr>
            <p:cNvPr id="59" name="asset-3-lucide-network-part-5"/>
            <p:cNvSpPr/>
            <p:nvPr/>
          </p:nvSpPr>
          <p:spPr>
            <a:xfrm>
              <a:off x="120000" y="8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40000"/>
                  </a:moveTo>
                  <a:lnTo>
                    <a:pt x="0" y="0"/>
                  </a:lnTo>
                </a:path>
              </a:pathLst>
            </a:custGeom>
            <a:noFill/>
            <a:ln w="146844" cap="rnd">
              <a:solidFill>
                <a:srgbClr val="173F35"/>
              </a:solidFill>
              <a:prstDash val="solid"/>
              <a:round/>
            </a:ln>
          </p:spPr>
        </p:sp>
      </p:grpSp>
      <p:sp>
        <p:nvSpPr>
          <p:cNvPr id="21" name="TextBox 20"/>
          <p:cNvSpPr txBox="1"/>
          <p:nvPr/>
        </p:nvSpPr>
        <p:spPr>
          <a:xfrm>
            <a:off x="8420100" y="4524375"/>
            <a:ext cx="3238500" cy="1009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25" b="0">
                <a:solidFill>
                  <a:srgbClr val="173F35"/>
                </a:solidFill>
                <a:latin typeface="Noto Sans CJK SC"/>
              </a:defRPr>
            </a:pPr>
            <a:r>
              <a:t>微卫星分型与重复核验</a:t>
            </a:r>
          </a:p>
          <a:p>
            <a:pPr>
              <a:defRPr sz="1725" b="0">
                <a:solidFill>
                  <a:srgbClr val="173F35"/>
                </a:solidFill>
                <a:latin typeface="Noto Sans CJK SC"/>
              </a:defRPr>
            </a:pPr>
            <a:r>
              <a:t>质控后再进行个体识别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800" y="6019800"/>
            <a:ext cx="115824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B14B32"/>
                </a:solidFill>
                <a:latin typeface="Noto Sans CJK SC"/>
              </a:defRPr>
            </a:pPr>
            <a:r>
              <a:t>图标可分组编辑；原始科研证据不以图标替代。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582400" cy="590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73D67"/>
                </a:solidFill>
                <a:latin typeface="Noto Sans CJK SC"/>
              </a:defRPr>
            </a:pPr>
            <a:r>
              <a:t>非损伤遗传检测：样品与记录一一对应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857250"/>
            <a:ext cx="11582400" cy="19050"/>
          </a:xfrm>
          <a:prstGeom prst="rect">
            <a:avLst/>
          </a:prstGeom>
          <a:solidFill>
            <a:srgbClr val="17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0287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5" b="0">
                <a:solidFill>
                  <a:srgbClr val="173D67"/>
                </a:solidFill>
                <a:latin typeface="Noto Sans CJK SC"/>
              </a:defRPr>
            </a:pPr>
            <a:r>
              <a:t>流程节点可编辑，操作顺序与实验条件以实际方案为准。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6419850"/>
            <a:ext cx="11582400" cy="19050"/>
          </a:xfrm>
          <a:prstGeom prst="rect">
            <a:avLst/>
          </a:prstGeom>
          <a:solidFill>
            <a:srgbClr val="17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" y="6553200"/>
            <a:ext cx="11334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62746B"/>
                </a:solidFill>
                <a:latin typeface="Noto Sans CJK SC"/>
              </a:defRPr>
            </a:pPr>
            <a:r>
              <a:t>生态监测研究主题样板 · 公开素材与流程示意，不含项目实测数据或真实点位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809750"/>
            <a:ext cx="2743200" cy="344805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809750"/>
            <a:ext cx="2743200" cy="514350"/>
          </a:xfrm>
          <a:prstGeom prst="rect">
            <a:avLst/>
          </a:prstGeom>
          <a:solidFill>
            <a:srgbClr val="17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725" y="1914525"/>
            <a:ext cx="24193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CJK SC"/>
              </a:defRPr>
            </a:pPr>
            <a:r>
              <a:t>采样与编号</a:t>
            </a:r>
          </a:p>
        </p:txBody>
      </p:sp>
      <p:grpSp>
        <p:nvGrpSpPr>
          <p:cNvPr id="32" name="asset-4-lucide-scan-barcode" descr="样品条码 — Lucide Icons and Contributors; ISC; original SVG unchanged. Source: https://github.com/lucide-icons/lucide/blob/20aef31db93fe4d9f398dbb15b120d99c48eef95/icons/scan-barcode.svg; SVG SHA256: 1d9ed9ea0da73c30d1b02738c774262ec1123cd95274aae28c774b5e83de35e6; native DrawingML derivative; recolored 173D67"/>
          <p:cNvGrpSpPr/>
          <p:nvPr/>
        </p:nvGrpSpPr>
        <p:grpSpPr>
          <a:xfrm>
            <a:off x="1057275" y="2571750"/>
            <a:ext cx="1238250" cy="1238250"/>
            <a:chOff x="0" y="0"/>
            <a:chExt cx="240000" cy="240000"/>
          </a:xfrm>
        </p:grpSpPr>
        <p:sp>
          <p:nvSpPr>
            <p:cNvPr id="33" name="asset-4-lucide-scan-barcode-part-1"/>
            <p:cNvSpPr/>
            <p:nvPr/>
          </p:nvSpPr>
          <p:spPr>
            <a:xfrm>
              <a:off x="3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40000"/>
                  </a:move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0000" y="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34" name="asset-4-lucide-scan-barcode-part-2"/>
            <p:cNvSpPr/>
            <p:nvPr/>
          </p:nvSpPr>
          <p:spPr>
            <a:xfrm>
              <a:off x="17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0"/>
                  </a:moveTo>
                  <a:lnTo>
                    <a:pt x="20000" y="0"/>
                  </a:ln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lnTo>
                    <a:pt x="40000" y="4000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35" name="asset-4-lucide-scan-barcode-part-3"/>
            <p:cNvSpPr/>
            <p:nvPr/>
          </p:nvSpPr>
          <p:spPr>
            <a:xfrm>
              <a:off x="17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0"/>
                  </a:moveTo>
                  <a:lnTo>
                    <a:pt x="40000" y="20000"/>
                  </a:ln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lnTo>
                    <a:pt x="0" y="4000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36" name="asset-4-lucide-scan-barcode-part-4"/>
            <p:cNvSpPr/>
            <p:nvPr/>
          </p:nvSpPr>
          <p:spPr>
            <a:xfrm>
              <a:off x="3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40000"/>
                  </a:moveTo>
                  <a:lnTo>
                    <a:pt x="20000" y="40000"/>
                  </a:ln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lnTo>
                    <a:pt x="0" y="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37" name="asset-4-lucide-scan-barcode-part-5"/>
            <p:cNvSpPr/>
            <p:nvPr/>
          </p:nvSpPr>
          <p:spPr>
            <a:xfrm>
              <a:off x="80000" y="70000"/>
              <a:ext cx="10" cy="100000"/>
            </a:xfrm>
            <a:custGeom>
              <a:avLst/>
              <a:gdLst/>
              <a:ahLst/>
              <a:cxnLst/>
              <a:rect l="0" t="0" r="r" b="b"/>
              <a:pathLst>
                <a:path w="10" h="100000">
                  <a:moveTo>
                    <a:pt x="0" y="0"/>
                  </a:moveTo>
                  <a:lnTo>
                    <a:pt x="0" y="10000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38" name="asset-4-lucide-scan-barcode-part-6"/>
            <p:cNvSpPr/>
            <p:nvPr/>
          </p:nvSpPr>
          <p:spPr>
            <a:xfrm>
              <a:off x="120000" y="70000"/>
              <a:ext cx="10" cy="100000"/>
            </a:xfrm>
            <a:custGeom>
              <a:avLst/>
              <a:gdLst/>
              <a:ahLst/>
              <a:cxnLst/>
              <a:rect l="0" t="0" r="r" b="b"/>
              <a:pathLst>
                <a:path w="10" h="100000">
                  <a:moveTo>
                    <a:pt x="0" y="0"/>
                  </a:moveTo>
                  <a:lnTo>
                    <a:pt x="0" y="10000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39" name="asset-4-lucide-scan-barcode-part-7"/>
            <p:cNvSpPr/>
            <p:nvPr/>
          </p:nvSpPr>
          <p:spPr>
            <a:xfrm>
              <a:off x="170000" y="70000"/>
              <a:ext cx="10" cy="100000"/>
            </a:xfrm>
            <a:custGeom>
              <a:avLst/>
              <a:gdLst/>
              <a:ahLst/>
              <a:cxnLst/>
              <a:rect l="0" t="0" r="r" b="b"/>
              <a:pathLst>
                <a:path w="10" h="100000">
                  <a:moveTo>
                    <a:pt x="0" y="0"/>
                  </a:moveTo>
                  <a:lnTo>
                    <a:pt x="0" y="10000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</p:grpSp>
      <p:sp>
        <p:nvSpPr>
          <p:cNvPr id="11" name="TextBox 10"/>
          <p:cNvSpPr txBox="1"/>
          <p:nvPr/>
        </p:nvSpPr>
        <p:spPr>
          <a:xfrm>
            <a:off x="495300" y="4171950"/>
            <a:ext cx="236220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独立样品标签</a:t>
            </a:r>
          </a:p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采集时间与来源记录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7525" y="3086100"/>
            <a:ext cx="142875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173D67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8025" y="1809750"/>
            <a:ext cx="2743200" cy="344805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8025" y="1809750"/>
            <a:ext cx="2743200" cy="514350"/>
          </a:xfrm>
          <a:prstGeom prst="rect">
            <a:avLst/>
          </a:prstGeom>
          <a:solidFill>
            <a:srgbClr val="17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9950" y="1914525"/>
            <a:ext cx="24193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CJK SC"/>
              </a:defRPr>
            </a:pPr>
            <a:r>
              <a:t>低温与提取</a:t>
            </a:r>
          </a:p>
        </p:txBody>
      </p:sp>
      <p:grpSp>
        <p:nvGrpSpPr>
          <p:cNvPr id="40" name="asset-5-lucide-thermometer-snowflake" descr="thermometer-snowflake — Lucide Icons and Contributors; preserve the bundled full upstream license. Source: https://github.com/lucide-icons/lucide/blob/20aef31db93fe4d9f398dbb15b120d99c48eef95/icons/thermometer-snowflake.svg; SVG SHA256: ae1fa14b3a2ed8058cd0369f6761ae8200c2ebcfe2aa61b6a9ff73c9162b89eb; native DrawingML derivative; recolored 173D67"/>
          <p:cNvGrpSpPr/>
          <p:nvPr/>
        </p:nvGrpSpPr>
        <p:grpSpPr>
          <a:xfrm>
            <a:off x="4000500" y="2571750"/>
            <a:ext cx="1238250" cy="1238250"/>
            <a:chOff x="0" y="0"/>
            <a:chExt cx="240000" cy="240000"/>
          </a:xfrm>
        </p:grpSpPr>
        <p:sp>
          <p:nvSpPr>
            <p:cNvPr id="41" name="asset-5-lucide-thermometer-snowflake-part-1"/>
            <p:cNvSpPr/>
            <p:nvPr/>
          </p:nvSpPr>
          <p:spPr>
            <a:xfrm>
              <a:off x="60000" y="175000"/>
              <a:ext cx="40000" cy="25000"/>
            </a:xfrm>
            <a:custGeom>
              <a:avLst/>
              <a:gdLst/>
              <a:ahLst/>
              <a:cxnLst/>
              <a:rect l="0" t="0" r="r" b="b"/>
              <a:pathLst>
                <a:path w="40000" h="25000">
                  <a:moveTo>
                    <a:pt x="40000" y="25000"/>
                  </a:moveTo>
                  <a:lnTo>
                    <a:pt x="27500" y="0"/>
                  </a:lnTo>
                  <a:lnTo>
                    <a:pt x="0" y="500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42" name="asset-5-lucide-thermometer-snowflake-part-2"/>
            <p:cNvSpPr/>
            <p:nvPr/>
          </p:nvSpPr>
          <p:spPr>
            <a:xfrm>
              <a:off x="60000" y="40000"/>
              <a:ext cx="40000" cy="25000"/>
            </a:xfrm>
            <a:custGeom>
              <a:avLst/>
              <a:gdLst/>
              <a:ahLst/>
              <a:cxnLst/>
              <a:rect l="0" t="0" r="r" b="b"/>
              <a:pathLst>
                <a:path w="40000" h="25000">
                  <a:moveTo>
                    <a:pt x="40000" y="0"/>
                  </a:moveTo>
                  <a:lnTo>
                    <a:pt x="27500" y="25000"/>
                  </a:lnTo>
                  <a:lnTo>
                    <a:pt x="0" y="2000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43" name="asset-5-lucide-thermometer-snowflake-part-3"/>
            <p:cNvSpPr/>
            <p:nvPr/>
          </p:nvSpPr>
          <p:spPr>
            <a:xfrm>
              <a:off x="100000" y="150000"/>
              <a:ext cx="5850" cy="10"/>
            </a:xfrm>
            <a:custGeom>
              <a:avLst/>
              <a:gdLst/>
              <a:ahLst/>
              <a:cxnLst/>
              <a:rect l="0" t="0" r="r" b="b"/>
              <a:pathLst>
                <a:path w="5850" h="10">
                  <a:moveTo>
                    <a:pt x="5850" y="0"/>
                  </a:moveTo>
                  <a:lnTo>
                    <a:pt x="0" y="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44" name="asset-5-lucide-thermometer-snowflake-part-4"/>
            <p:cNvSpPr/>
            <p:nvPr/>
          </p:nvSpPr>
          <p:spPr>
            <a:xfrm>
              <a:off x="20000" y="90000"/>
              <a:ext cx="80000" cy="30000"/>
            </a:xfrm>
            <a:custGeom>
              <a:avLst/>
              <a:gdLst/>
              <a:ahLst/>
              <a:cxnLst/>
              <a:rect l="0" t="0" r="r" b="b"/>
              <a:pathLst>
                <a:path w="80000" h="30000">
                  <a:moveTo>
                    <a:pt x="0" y="30000"/>
                  </a:moveTo>
                  <a:lnTo>
                    <a:pt x="65000" y="30000"/>
                  </a:lnTo>
                  <a:lnTo>
                    <a:pt x="80000" y="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45" name="asset-5-lucide-thermometer-snowflake-part-5"/>
            <p:cNvSpPr/>
            <p:nvPr/>
          </p:nvSpPr>
          <p:spPr>
            <a:xfrm>
              <a:off x="140000" y="20000"/>
              <a:ext cx="80000" cy="200041"/>
            </a:xfrm>
            <a:custGeom>
              <a:avLst/>
              <a:gdLst/>
              <a:ahLst/>
              <a:cxnLst/>
              <a:rect l="0" t="0" r="r" b="b"/>
              <a:pathLst>
                <a:path w="80000" h="200041">
                  <a:moveTo>
                    <a:pt x="60000" y="125400"/>
                  </a:moveTo>
                  <a:cubicBezTo>
                    <a:pt x="60720" y="125816"/>
                    <a:pt x="61427" y="126254"/>
                    <a:pt x="62119" y="126713"/>
                  </a:cubicBezTo>
                  <a:cubicBezTo>
                    <a:pt x="62812" y="127173"/>
                    <a:pt x="63490" y="127654"/>
                    <a:pt x="64152" y="128156"/>
                  </a:cubicBezTo>
                  <a:cubicBezTo>
                    <a:pt x="64815" y="128658"/>
                    <a:pt x="65461" y="129180"/>
                    <a:pt x="66091" y="129722"/>
                  </a:cubicBezTo>
                  <a:cubicBezTo>
                    <a:pt x="66722" y="130264"/>
                    <a:pt x="67334" y="130826"/>
                    <a:pt x="67929" y="131406"/>
                  </a:cubicBezTo>
                  <a:cubicBezTo>
                    <a:pt x="68524" y="131987"/>
                    <a:pt x="69101" y="132585"/>
                    <a:pt x="69659" y="133202"/>
                  </a:cubicBezTo>
                  <a:cubicBezTo>
                    <a:pt x="70217" y="133818"/>
                    <a:pt x="70755" y="134452"/>
                    <a:pt x="71273" y="135101"/>
                  </a:cubicBezTo>
                  <a:cubicBezTo>
                    <a:pt x="71791" y="135751"/>
                    <a:pt x="72289" y="136417"/>
                    <a:pt x="72766" y="137098"/>
                  </a:cubicBezTo>
                  <a:cubicBezTo>
                    <a:pt x="73243" y="137779"/>
                    <a:pt x="73698" y="138474"/>
                    <a:pt x="74132" y="139184"/>
                  </a:cubicBezTo>
                  <a:cubicBezTo>
                    <a:pt x="74565" y="139893"/>
                    <a:pt x="74976" y="140615"/>
                    <a:pt x="75365" y="141350"/>
                  </a:cubicBezTo>
                  <a:cubicBezTo>
                    <a:pt x="75753" y="142085"/>
                    <a:pt x="76118" y="142832"/>
                    <a:pt x="76460" y="143590"/>
                  </a:cubicBezTo>
                  <a:cubicBezTo>
                    <a:pt x="76802" y="144347"/>
                    <a:pt x="77120" y="145115"/>
                    <a:pt x="77414" y="145893"/>
                  </a:cubicBezTo>
                  <a:cubicBezTo>
                    <a:pt x="77708" y="146670"/>
                    <a:pt x="77978" y="147457"/>
                    <a:pt x="78223" y="148251"/>
                  </a:cubicBezTo>
                  <a:cubicBezTo>
                    <a:pt x="78468" y="149045"/>
                    <a:pt x="78688" y="149847"/>
                    <a:pt x="78883" y="150655"/>
                  </a:cubicBezTo>
                  <a:cubicBezTo>
                    <a:pt x="79078" y="151463"/>
                    <a:pt x="79248" y="152277"/>
                    <a:pt x="79392" y="153095"/>
                  </a:cubicBezTo>
                  <a:cubicBezTo>
                    <a:pt x="79537" y="153914"/>
                    <a:pt x="79655" y="154736"/>
                    <a:pt x="79748" y="155562"/>
                  </a:cubicBezTo>
                  <a:cubicBezTo>
                    <a:pt x="79842" y="156388"/>
                    <a:pt x="79909" y="157217"/>
                    <a:pt x="79950" y="158047"/>
                  </a:cubicBezTo>
                  <a:cubicBezTo>
                    <a:pt x="79992" y="158877"/>
                    <a:pt x="80007" y="159709"/>
                    <a:pt x="79997" y="160540"/>
                  </a:cubicBezTo>
                  <a:cubicBezTo>
                    <a:pt x="79987" y="161371"/>
                    <a:pt x="79950" y="162201"/>
                    <a:pt x="79888" y="163030"/>
                  </a:cubicBezTo>
                  <a:cubicBezTo>
                    <a:pt x="79826" y="163859"/>
                    <a:pt x="79738" y="164686"/>
                    <a:pt x="79624" y="165509"/>
                  </a:cubicBezTo>
                  <a:cubicBezTo>
                    <a:pt x="79511" y="166333"/>
                    <a:pt x="79372" y="167152"/>
                    <a:pt x="79207" y="167967"/>
                  </a:cubicBezTo>
                  <a:cubicBezTo>
                    <a:pt x="79042" y="168782"/>
                    <a:pt x="78852" y="169591"/>
                    <a:pt x="78637" y="170394"/>
                  </a:cubicBezTo>
                  <a:cubicBezTo>
                    <a:pt x="78422" y="171197"/>
                    <a:pt x="78182" y="171993"/>
                    <a:pt x="77917" y="172780"/>
                  </a:cubicBezTo>
                  <a:cubicBezTo>
                    <a:pt x="77652" y="173568"/>
                    <a:pt x="77363" y="174348"/>
                    <a:pt x="77050" y="175118"/>
                  </a:cubicBezTo>
                  <a:cubicBezTo>
                    <a:pt x="76737" y="175888"/>
                    <a:pt x="76399" y="176648"/>
                    <a:pt x="76039" y="177396"/>
                  </a:cubicBezTo>
                  <a:cubicBezTo>
                    <a:pt x="75678" y="178145"/>
                    <a:pt x="75294" y="178883"/>
                    <a:pt x="74888" y="179608"/>
                  </a:cubicBezTo>
                  <a:cubicBezTo>
                    <a:pt x="74481" y="180333"/>
                    <a:pt x="74052" y="181045"/>
                    <a:pt x="73601" y="181743"/>
                  </a:cubicBezTo>
                  <a:cubicBezTo>
                    <a:pt x="73150" y="182441"/>
                    <a:pt x="72677" y="183125"/>
                    <a:pt x="72184" y="183794"/>
                  </a:cubicBezTo>
                  <a:cubicBezTo>
                    <a:pt x="71690" y="184463"/>
                    <a:pt x="71176" y="185116"/>
                    <a:pt x="70642" y="185753"/>
                  </a:cubicBezTo>
                  <a:cubicBezTo>
                    <a:pt x="70108" y="186389"/>
                    <a:pt x="69554" y="187009"/>
                    <a:pt x="68981" y="187611"/>
                  </a:cubicBezTo>
                  <a:cubicBezTo>
                    <a:pt x="68408" y="188214"/>
                    <a:pt x="67816" y="188798"/>
                    <a:pt x="67207" y="189363"/>
                  </a:cubicBezTo>
                  <a:cubicBezTo>
                    <a:pt x="66598" y="189928"/>
                    <a:pt x="65971" y="190475"/>
                    <a:pt x="65328" y="191001"/>
                  </a:cubicBezTo>
                  <a:cubicBezTo>
                    <a:pt x="64684" y="191527"/>
                    <a:pt x="64025" y="192033"/>
                    <a:pt x="63350" y="192519"/>
                  </a:cubicBezTo>
                  <a:cubicBezTo>
                    <a:pt x="62675" y="193004"/>
                    <a:pt x="61985" y="193468"/>
                    <a:pt x="61281" y="193910"/>
                  </a:cubicBezTo>
                  <a:cubicBezTo>
                    <a:pt x="60578" y="194352"/>
                    <a:pt x="59860" y="194772"/>
                    <a:pt x="59130" y="195170"/>
                  </a:cubicBezTo>
                  <a:cubicBezTo>
                    <a:pt x="58400" y="195567"/>
                    <a:pt x="57658" y="195942"/>
                    <a:pt x="56905" y="196293"/>
                  </a:cubicBezTo>
                  <a:cubicBezTo>
                    <a:pt x="56151" y="196645"/>
                    <a:pt x="55387" y="196972"/>
                    <a:pt x="54614" y="197276"/>
                  </a:cubicBezTo>
                  <a:cubicBezTo>
                    <a:pt x="53840" y="197580"/>
                    <a:pt x="53057" y="197859"/>
                    <a:pt x="52266" y="198114"/>
                  </a:cubicBezTo>
                  <a:cubicBezTo>
                    <a:pt x="51475" y="198369"/>
                    <a:pt x="50676" y="198599"/>
                    <a:pt x="49870" y="198804"/>
                  </a:cubicBezTo>
                  <a:cubicBezTo>
                    <a:pt x="49065" y="199009"/>
                    <a:pt x="48253" y="199189"/>
                    <a:pt x="47436" y="199344"/>
                  </a:cubicBezTo>
                  <a:cubicBezTo>
                    <a:pt x="46620" y="199498"/>
                    <a:pt x="45798" y="199627"/>
                    <a:pt x="44974" y="199731"/>
                  </a:cubicBezTo>
                  <a:cubicBezTo>
                    <a:pt x="44149" y="199834"/>
                    <a:pt x="43321" y="199912"/>
                    <a:pt x="42492" y="199963"/>
                  </a:cubicBezTo>
                  <a:cubicBezTo>
                    <a:pt x="41662" y="200015"/>
                    <a:pt x="40831" y="200041"/>
                    <a:pt x="40000" y="200041"/>
                  </a:cubicBezTo>
                  <a:cubicBezTo>
                    <a:pt x="39169" y="200041"/>
                    <a:pt x="38338" y="200015"/>
                    <a:pt x="37508" y="199963"/>
                  </a:cubicBezTo>
                  <a:cubicBezTo>
                    <a:pt x="36679" y="199912"/>
                    <a:pt x="35851" y="199834"/>
                    <a:pt x="35026" y="199731"/>
                  </a:cubicBezTo>
                  <a:cubicBezTo>
                    <a:pt x="34202" y="199627"/>
                    <a:pt x="33380" y="199498"/>
                    <a:pt x="32564" y="199344"/>
                  </a:cubicBezTo>
                  <a:cubicBezTo>
                    <a:pt x="31747" y="199189"/>
                    <a:pt x="30935" y="199009"/>
                    <a:pt x="30130" y="198804"/>
                  </a:cubicBezTo>
                  <a:cubicBezTo>
                    <a:pt x="29324" y="198599"/>
                    <a:pt x="28525" y="198369"/>
                    <a:pt x="27734" y="198114"/>
                  </a:cubicBezTo>
                  <a:cubicBezTo>
                    <a:pt x="26943" y="197859"/>
                    <a:pt x="26160" y="197580"/>
                    <a:pt x="25386" y="197276"/>
                  </a:cubicBezTo>
                  <a:cubicBezTo>
                    <a:pt x="24613" y="196972"/>
                    <a:pt x="23849" y="196645"/>
                    <a:pt x="23095" y="196293"/>
                  </a:cubicBezTo>
                  <a:cubicBezTo>
                    <a:pt x="22342" y="195942"/>
                    <a:pt x="21600" y="195567"/>
                    <a:pt x="20870" y="195170"/>
                  </a:cubicBezTo>
                  <a:cubicBezTo>
                    <a:pt x="20140" y="194772"/>
                    <a:pt x="19422" y="194352"/>
                    <a:pt x="18719" y="193910"/>
                  </a:cubicBezTo>
                  <a:cubicBezTo>
                    <a:pt x="18015" y="193468"/>
                    <a:pt x="17325" y="193004"/>
                    <a:pt x="16650" y="192519"/>
                  </a:cubicBezTo>
                  <a:cubicBezTo>
                    <a:pt x="15975" y="192033"/>
                    <a:pt x="15316" y="191527"/>
                    <a:pt x="14672" y="191001"/>
                  </a:cubicBezTo>
                  <a:cubicBezTo>
                    <a:pt x="14029" y="190475"/>
                    <a:pt x="13402" y="189928"/>
                    <a:pt x="12793" y="189363"/>
                  </a:cubicBezTo>
                  <a:cubicBezTo>
                    <a:pt x="12184" y="188798"/>
                    <a:pt x="11592" y="188214"/>
                    <a:pt x="11019" y="187611"/>
                  </a:cubicBezTo>
                  <a:cubicBezTo>
                    <a:pt x="10446" y="187009"/>
                    <a:pt x="9892" y="186389"/>
                    <a:pt x="9358" y="185753"/>
                  </a:cubicBezTo>
                  <a:cubicBezTo>
                    <a:pt x="8824" y="185116"/>
                    <a:pt x="8310" y="184463"/>
                    <a:pt x="7816" y="183794"/>
                  </a:cubicBezTo>
                  <a:cubicBezTo>
                    <a:pt x="7323" y="183125"/>
                    <a:pt x="6850" y="182441"/>
                    <a:pt x="6399" y="181743"/>
                  </a:cubicBezTo>
                  <a:cubicBezTo>
                    <a:pt x="5948" y="181045"/>
                    <a:pt x="5519" y="180333"/>
                    <a:pt x="5112" y="179608"/>
                  </a:cubicBezTo>
                  <a:cubicBezTo>
                    <a:pt x="4706" y="178883"/>
                    <a:pt x="4322" y="178145"/>
                    <a:pt x="3961" y="177396"/>
                  </a:cubicBezTo>
                  <a:cubicBezTo>
                    <a:pt x="3601" y="176648"/>
                    <a:pt x="3263" y="175888"/>
                    <a:pt x="2950" y="175118"/>
                  </a:cubicBezTo>
                  <a:cubicBezTo>
                    <a:pt x="2637" y="174348"/>
                    <a:pt x="2348" y="173568"/>
                    <a:pt x="2083" y="172780"/>
                  </a:cubicBezTo>
                  <a:cubicBezTo>
                    <a:pt x="1818" y="171993"/>
                    <a:pt x="1578" y="171197"/>
                    <a:pt x="1363" y="170394"/>
                  </a:cubicBezTo>
                  <a:cubicBezTo>
                    <a:pt x="1148" y="169591"/>
                    <a:pt x="958" y="168782"/>
                    <a:pt x="793" y="167967"/>
                  </a:cubicBezTo>
                  <a:cubicBezTo>
                    <a:pt x="628" y="167152"/>
                    <a:pt x="489" y="166333"/>
                    <a:pt x="376" y="165509"/>
                  </a:cubicBezTo>
                  <a:cubicBezTo>
                    <a:pt x="262" y="164686"/>
                    <a:pt x="174" y="163859"/>
                    <a:pt x="112" y="163030"/>
                  </a:cubicBezTo>
                  <a:cubicBezTo>
                    <a:pt x="50" y="162201"/>
                    <a:pt x="13" y="161371"/>
                    <a:pt x="3" y="160540"/>
                  </a:cubicBezTo>
                  <a:cubicBezTo>
                    <a:pt x="-7" y="159709"/>
                    <a:pt x="8" y="158877"/>
                    <a:pt x="50" y="158047"/>
                  </a:cubicBezTo>
                  <a:cubicBezTo>
                    <a:pt x="91" y="157217"/>
                    <a:pt x="158" y="156388"/>
                    <a:pt x="252" y="155562"/>
                  </a:cubicBezTo>
                  <a:cubicBezTo>
                    <a:pt x="345" y="154736"/>
                    <a:pt x="463" y="153914"/>
                    <a:pt x="608" y="153095"/>
                  </a:cubicBezTo>
                  <a:cubicBezTo>
                    <a:pt x="752" y="152277"/>
                    <a:pt x="922" y="151463"/>
                    <a:pt x="1117" y="150655"/>
                  </a:cubicBezTo>
                  <a:cubicBezTo>
                    <a:pt x="1312" y="149847"/>
                    <a:pt x="1532" y="149045"/>
                    <a:pt x="1777" y="148251"/>
                  </a:cubicBezTo>
                  <a:cubicBezTo>
                    <a:pt x="2022" y="147457"/>
                    <a:pt x="2292" y="146670"/>
                    <a:pt x="2586" y="145893"/>
                  </a:cubicBezTo>
                  <a:cubicBezTo>
                    <a:pt x="2880" y="145115"/>
                    <a:pt x="3198" y="144347"/>
                    <a:pt x="3540" y="143590"/>
                  </a:cubicBezTo>
                  <a:cubicBezTo>
                    <a:pt x="3882" y="142832"/>
                    <a:pt x="4247" y="142085"/>
                    <a:pt x="4635" y="141350"/>
                  </a:cubicBezTo>
                  <a:cubicBezTo>
                    <a:pt x="5024" y="140615"/>
                    <a:pt x="5435" y="139893"/>
                    <a:pt x="5868" y="139184"/>
                  </a:cubicBezTo>
                  <a:cubicBezTo>
                    <a:pt x="6302" y="138474"/>
                    <a:pt x="6757" y="137779"/>
                    <a:pt x="7234" y="137098"/>
                  </a:cubicBezTo>
                  <a:cubicBezTo>
                    <a:pt x="7711" y="136417"/>
                    <a:pt x="8209" y="135751"/>
                    <a:pt x="8727" y="135101"/>
                  </a:cubicBezTo>
                  <a:cubicBezTo>
                    <a:pt x="9245" y="134452"/>
                    <a:pt x="9783" y="133818"/>
                    <a:pt x="10341" y="133202"/>
                  </a:cubicBezTo>
                  <a:cubicBezTo>
                    <a:pt x="10899" y="132585"/>
                    <a:pt x="11476" y="131987"/>
                    <a:pt x="12071" y="131406"/>
                  </a:cubicBezTo>
                  <a:cubicBezTo>
                    <a:pt x="12666" y="130826"/>
                    <a:pt x="13278" y="130264"/>
                    <a:pt x="13909" y="129722"/>
                  </a:cubicBezTo>
                  <a:cubicBezTo>
                    <a:pt x="14539" y="129180"/>
                    <a:pt x="15185" y="128658"/>
                    <a:pt x="15848" y="128156"/>
                  </a:cubicBezTo>
                  <a:cubicBezTo>
                    <a:pt x="16510" y="127654"/>
                    <a:pt x="17188" y="127173"/>
                    <a:pt x="17881" y="126713"/>
                  </a:cubicBezTo>
                  <a:cubicBezTo>
                    <a:pt x="18573" y="126254"/>
                    <a:pt x="19280" y="125816"/>
                    <a:pt x="20000" y="125400"/>
                  </a:cubicBezTo>
                  <a:lnTo>
                    <a:pt x="20000" y="20000"/>
                  </a:lnTo>
                  <a:cubicBezTo>
                    <a:pt x="20000" y="19581"/>
                    <a:pt x="20013" y="19162"/>
                    <a:pt x="20039" y="18744"/>
                  </a:cubicBezTo>
                  <a:cubicBezTo>
                    <a:pt x="20066" y="18326"/>
                    <a:pt x="20105" y="17909"/>
                    <a:pt x="20158" y="17493"/>
                  </a:cubicBezTo>
                  <a:cubicBezTo>
                    <a:pt x="20210" y="17078"/>
                    <a:pt x="20276" y="16664"/>
                    <a:pt x="20354" y="16252"/>
                  </a:cubicBezTo>
                  <a:cubicBezTo>
                    <a:pt x="20433" y="15841"/>
                    <a:pt x="20524" y="15432"/>
                    <a:pt x="20628" y="15026"/>
                  </a:cubicBezTo>
                  <a:cubicBezTo>
                    <a:pt x="20733" y="14620"/>
                    <a:pt x="20849" y="14218"/>
                    <a:pt x="20979" y="13820"/>
                  </a:cubicBezTo>
                  <a:cubicBezTo>
                    <a:pt x="21108" y="13421"/>
                    <a:pt x="21250" y="13027"/>
                    <a:pt x="21404" y="12638"/>
                  </a:cubicBezTo>
                  <a:cubicBezTo>
                    <a:pt x="21559" y="12248"/>
                    <a:pt x="21725" y="11863"/>
                    <a:pt x="21903" y="11484"/>
                  </a:cubicBezTo>
                  <a:cubicBezTo>
                    <a:pt x="22082" y="11105"/>
                    <a:pt x="22272" y="10732"/>
                    <a:pt x="22474" y="10365"/>
                  </a:cubicBezTo>
                  <a:cubicBezTo>
                    <a:pt x="22676" y="9998"/>
                    <a:pt x="22889" y="9637"/>
                    <a:pt x="23113" y="9283"/>
                  </a:cubicBezTo>
                  <a:cubicBezTo>
                    <a:pt x="23338" y="8930"/>
                    <a:pt x="23573" y="8583"/>
                    <a:pt x="23820" y="8244"/>
                  </a:cubicBezTo>
                  <a:cubicBezTo>
                    <a:pt x="24066" y="7905"/>
                    <a:pt x="24323" y="7574"/>
                    <a:pt x="24590" y="7252"/>
                  </a:cubicBezTo>
                  <a:cubicBezTo>
                    <a:pt x="24857" y="6929"/>
                    <a:pt x="25134" y="6614"/>
                    <a:pt x="25421" y="6309"/>
                  </a:cubicBezTo>
                  <a:cubicBezTo>
                    <a:pt x="25707" y="6004"/>
                    <a:pt x="26004" y="5707"/>
                    <a:pt x="26309" y="5421"/>
                  </a:cubicBezTo>
                  <a:cubicBezTo>
                    <a:pt x="26614" y="5134"/>
                    <a:pt x="26929" y="4857"/>
                    <a:pt x="27252" y="4590"/>
                  </a:cubicBezTo>
                  <a:cubicBezTo>
                    <a:pt x="27574" y="4323"/>
                    <a:pt x="27905" y="4066"/>
                    <a:pt x="28244" y="3820"/>
                  </a:cubicBezTo>
                  <a:cubicBezTo>
                    <a:pt x="28583" y="3573"/>
                    <a:pt x="28930" y="3338"/>
                    <a:pt x="29283" y="3113"/>
                  </a:cubicBezTo>
                  <a:cubicBezTo>
                    <a:pt x="29637" y="2889"/>
                    <a:pt x="29998" y="2676"/>
                    <a:pt x="30365" y="2474"/>
                  </a:cubicBezTo>
                  <a:cubicBezTo>
                    <a:pt x="30732" y="2272"/>
                    <a:pt x="31105" y="2082"/>
                    <a:pt x="31484" y="1903"/>
                  </a:cubicBezTo>
                  <a:cubicBezTo>
                    <a:pt x="31863" y="1725"/>
                    <a:pt x="32248" y="1559"/>
                    <a:pt x="32638" y="1404"/>
                  </a:cubicBezTo>
                  <a:cubicBezTo>
                    <a:pt x="33027" y="1250"/>
                    <a:pt x="33421" y="1108"/>
                    <a:pt x="33820" y="979"/>
                  </a:cubicBezTo>
                  <a:cubicBezTo>
                    <a:pt x="34218" y="849"/>
                    <a:pt x="34620" y="733"/>
                    <a:pt x="35026" y="628"/>
                  </a:cubicBezTo>
                  <a:cubicBezTo>
                    <a:pt x="35432" y="524"/>
                    <a:pt x="35841" y="433"/>
                    <a:pt x="36252" y="354"/>
                  </a:cubicBezTo>
                  <a:cubicBezTo>
                    <a:pt x="36664" y="276"/>
                    <a:pt x="37078" y="210"/>
                    <a:pt x="37493" y="158"/>
                  </a:cubicBezTo>
                  <a:cubicBezTo>
                    <a:pt x="37909" y="105"/>
                    <a:pt x="38326" y="66"/>
                    <a:pt x="38744" y="39"/>
                  </a:cubicBezTo>
                  <a:cubicBezTo>
                    <a:pt x="39162" y="13"/>
                    <a:pt x="39581" y="0"/>
                    <a:pt x="40000" y="0"/>
                  </a:cubicBezTo>
                  <a:cubicBezTo>
                    <a:pt x="40419" y="0"/>
                    <a:pt x="40838" y="13"/>
                    <a:pt x="41256" y="39"/>
                  </a:cubicBezTo>
                  <a:cubicBezTo>
                    <a:pt x="41674" y="66"/>
                    <a:pt x="42091" y="105"/>
                    <a:pt x="42507" y="158"/>
                  </a:cubicBezTo>
                  <a:cubicBezTo>
                    <a:pt x="42922" y="210"/>
                    <a:pt x="43336" y="276"/>
                    <a:pt x="43748" y="354"/>
                  </a:cubicBezTo>
                  <a:cubicBezTo>
                    <a:pt x="44159" y="433"/>
                    <a:pt x="44568" y="524"/>
                    <a:pt x="44974" y="628"/>
                  </a:cubicBezTo>
                  <a:cubicBezTo>
                    <a:pt x="45380" y="733"/>
                    <a:pt x="45782" y="849"/>
                    <a:pt x="46180" y="979"/>
                  </a:cubicBezTo>
                  <a:cubicBezTo>
                    <a:pt x="46579" y="1108"/>
                    <a:pt x="46973" y="1250"/>
                    <a:pt x="47362" y="1404"/>
                  </a:cubicBezTo>
                  <a:cubicBezTo>
                    <a:pt x="47752" y="1559"/>
                    <a:pt x="48137" y="1725"/>
                    <a:pt x="48516" y="1903"/>
                  </a:cubicBezTo>
                  <a:cubicBezTo>
                    <a:pt x="48895" y="2082"/>
                    <a:pt x="49268" y="2272"/>
                    <a:pt x="49635" y="2474"/>
                  </a:cubicBezTo>
                  <a:cubicBezTo>
                    <a:pt x="50002" y="2676"/>
                    <a:pt x="50363" y="2889"/>
                    <a:pt x="50717" y="3113"/>
                  </a:cubicBezTo>
                  <a:cubicBezTo>
                    <a:pt x="51070" y="3338"/>
                    <a:pt x="51417" y="3573"/>
                    <a:pt x="51756" y="3820"/>
                  </a:cubicBezTo>
                  <a:cubicBezTo>
                    <a:pt x="52095" y="4066"/>
                    <a:pt x="52426" y="4323"/>
                    <a:pt x="52748" y="4590"/>
                  </a:cubicBezTo>
                  <a:cubicBezTo>
                    <a:pt x="53071" y="4857"/>
                    <a:pt x="53386" y="5134"/>
                    <a:pt x="53691" y="5421"/>
                  </a:cubicBezTo>
                  <a:cubicBezTo>
                    <a:pt x="53996" y="5707"/>
                    <a:pt x="54293" y="6004"/>
                    <a:pt x="54579" y="6309"/>
                  </a:cubicBezTo>
                  <a:cubicBezTo>
                    <a:pt x="54866" y="6614"/>
                    <a:pt x="55143" y="6929"/>
                    <a:pt x="55410" y="7252"/>
                  </a:cubicBezTo>
                  <a:cubicBezTo>
                    <a:pt x="55677" y="7574"/>
                    <a:pt x="55934" y="7905"/>
                    <a:pt x="56180" y="8244"/>
                  </a:cubicBezTo>
                  <a:cubicBezTo>
                    <a:pt x="56427" y="8583"/>
                    <a:pt x="56662" y="8930"/>
                    <a:pt x="56887" y="9283"/>
                  </a:cubicBezTo>
                  <a:cubicBezTo>
                    <a:pt x="57111" y="9637"/>
                    <a:pt x="57324" y="9998"/>
                    <a:pt x="57526" y="10365"/>
                  </a:cubicBezTo>
                  <a:cubicBezTo>
                    <a:pt x="57728" y="10732"/>
                    <a:pt x="57918" y="11105"/>
                    <a:pt x="58097" y="11484"/>
                  </a:cubicBezTo>
                  <a:cubicBezTo>
                    <a:pt x="58275" y="11863"/>
                    <a:pt x="58441" y="12248"/>
                    <a:pt x="58596" y="12638"/>
                  </a:cubicBezTo>
                  <a:cubicBezTo>
                    <a:pt x="58750" y="13027"/>
                    <a:pt x="58892" y="13421"/>
                    <a:pt x="59021" y="13820"/>
                  </a:cubicBezTo>
                  <a:cubicBezTo>
                    <a:pt x="59151" y="14218"/>
                    <a:pt x="59267" y="14620"/>
                    <a:pt x="59372" y="15026"/>
                  </a:cubicBezTo>
                  <a:cubicBezTo>
                    <a:pt x="59476" y="15432"/>
                    <a:pt x="59567" y="15841"/>
                    <a:pt x="59646" y="16252"/>
                  </a:cubicBezTo>
                  <a:cubicBezTo>
                    <a:pt x="59724" y="16664"/>
                    <a:pt x="59790" y="17078"/>
                    <a:pt x="59842" y="17493"/>
                  </a:cubicBezTo>
                  <a:cubicBezTo>
                    <a:pt x="59895" y="17909"/>
                    <a:pt x="59934" y="18326"/>
                    <a:pt x="59961" y="18744"/>
                  </a:cubicBezTo>
                  <a:cubicBezTo>
                    <a:pt x="59987" y="19162"/>
                    <a:pt x="60000" y="19581"/>
                    <a:pt x="60000" y="20000"/>
                  </a:cubicBezTo>
                  <a:close/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46" name="asset-5-lucide-thermometer-snowflake-part-6"/>
            <p:cNvSpPr/>
            <p:nvPr/>
          </p:nvSpPr>
          <p:spPr>
            <a:xfrm>
              <a:off x="40000" y="100000"/>
              <a:ext cx="15000" cy="40000"/>
            </a:xfrm>
            <a:custGeom>
              <a:avLst/>
              <a:gdLst/>
              <a:ahLst/>
              <a:cxnLst/>
              <a:rect l="0" t="0" r="r" b="b"/>
              <a:pathLst>
                <a:path w="15000" h="40000">
                  <a:moveTo>
                    <a:pt x="0" y="0"/>
                  </a:moveTo>
                  <a:lnTo>
                    <a:pt x="15000" y="20000"/>
                  </a:lnTo>
                  <a:lnTo>
                    <a:pt x="0" y="4000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47" name="asset-5-lucide-thermometer-snowflake-part-7"/>
            <p:cNvSpPr/>
            <p:nvPr/>
          </p:nvSpPr>
          <p:spPr>
            <a:xfrm>
              <a:off x="70000" y="120000"/>
              <a:ext cx="30000" cy="90000"/>
            </a:xfrm>
            <a:custGeom>
              <a:avLst/>
              <a:gdLst/>
              <a:ahLst/>
              <a:cxnLst/>
              <a:rect l="0" t="0" r="r" b="b"/>
              <a:pathLst>
                <a:path w="30000" h="90000">
                  <a:moveTo>
                    <a:pt x="0" y="90000"/>
                  </a:moveTo>
                  <a:lnTo>
                    <a:pt x="30000" y="30000"/>
                  </a:lnTo>
                  <a:lnTo>
                    <a:pt x="15000" y="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48" name="asset-5-lucide-thermometer-snowflake-part-8"/>
            <p:cNvSpPr/>
            <p:nvPr/>
          </p:nvSpPr>
          <p:spPr>
            <a:xfrm>
              <a:off x="70000" y="30000"/>
              <a:ext cx="50000" cy="60000"/>
            </a:xfrm>
            <a:custGeom>
              <a:avLst/>
              <a:gdLst/>
              <a:ahLst/>
              <a:cxnLst/>
              <a:rect l="0" t="0" r="r" b="b"/>
              <a:pathLst>
                <a:path w="50000" h="60000">
                  <a:moveTo>
                    <a:pt x="0" y="0"/>
                  </a:moveTo>
                  <a:lnTo>
                    <a:pt x="30000" y="60000"/>
                  </a:lnTo>
                  <a:lnTo>
                    <a:pt x="50000" y="6000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</p:grpSp>
      <p:sp>
        <p:nvSpPr>
          <p:cNvPr id="17" name="TextBox 16"/>
          <p:cNvSpPr txBox="1"/>
          <p:nvPr/>
        </p:nvSpPr>
        <p:spPr>
          <a:xfrm>
            <a:off x="3438525" y="4171950"/>
            <a:ext cx="236220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保存与提取批次</a:t>
            </a:r>
          </a:p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空白和对照同步记录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750" y="3086100"/>
            <a:ext cx="142875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173D67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1250" y="1809750"/>
            <a:ext cx="2743200" cy="344805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1250" y="1809750"/>
            <a:ext cx="2743200" cy="514350"/>
          </a:xfrm>
          <a:prstGeom prst="rect">
            <a:avLst/>
          </a:prstGeom>
          <a:solidFill>
            <a:srgbClr val="17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3175" y="1914525"/>
            <a:ext cx="24193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CJK SC"/>
              </a:defRPr>
            </a:pPr>
            <a:r>
              <a:t>PCR 与分型</a:t>
            </a:r>
          </a:p>
        </p:txBody>
      </p:sp>
      <p:grpSp>
        <p:nvGrpSpPr>
          <p:cNvPr id="49" name="asset-6-noto-emoji_u1f9ec" descr="Noto Emoji artwork by Google; Apache License 2.0; preserve full bundled license. Source: https://github.com/googlefonts/noto-emoji/blob/e20cbc2bbec1926686be9f9bee7d1d2cfa1fea0e/2D/svg/emoji_u1f9ec.svg; SVG SHA256: 214e5563efc74723d698d276b114129ca848fe65171dd9d54189244197d3bcde; native DrawingML derivative; original colors retained"/>
          <p:cNvGrpSpPr/>
          <p:nvPr/>
        </p:nvGrpSpPr>
        <p:grpSpPr>
          <a:xfrm>
            <a:off x="6943725" y="2571750"/>
            <a:ext cx="1238250" cy="1238250"/>
            <a:chOff x="0" y="0"/>
            <a:chExt cx="1280000" cy="1280000"/>
          </a:xfrm>
        </p:grpSpPr>
        <p:sp>
          <p:nvSpPr>
            <p:cNvPr id="50" name="asset-6-noto-emoji_u1f9ec-part-1"/>
            <p:cNvSpPr/>
            <p:nvPr/>
          </p:nvSpPr>
          <p:spPr>
            <a:xfrm>
              <a:off x="64638" y="514800"/>
              <a:ext cx="333462" cy="725200"/>
            </a:xfrm>
            <a:custGeom>
              <a:avLst/>
              <a:gdLst/>
              <a:ahLst/>
              <a:cxnLst/>
              <a:rect l="0" t="0" r="r" b="b"/>
              <a:pathLst>
                <a:path w="333462" h="725200">
                  <a:moveTo>
                    <a:pt x="94062" y="85900"/>
                  </a:moveTo>
                  <a:cubicBezTo>
                    <a:pt x="165162" y="14800"/>
                    <a:pt x="249362" y="400"/>
                    <a:pt x="333462" y="0"/>
                  </a:cubicBezTo>
                  <a:cubicBezTo>
                    <a:pt x="284162" y="16900"/>
                    <a:pt x="247562" y="52300"/>
                    <a:pt x="212862" y="102100"/>
                  </a:cubicBezTo>
                  <a:cubicBezTo>
                    <a:pt x="121462" y="233300"/>
                    <a:pt x="171662" y="435200"/>
                    <a:pt x="204162" y="552900"/>
                  </a:cubicBezTo>
                  <a:cubicBezTo>
                    <a:pt x="219562" y="608700"/>
                    <a:pt x="235462" y="666900"/>
                    <a:pt x="244562" y="725200"/>
                  </a:cubicBezTo>
                  <a:lnTo>
                    <a:pt x="81162" y="725200"/>
                  </a:lnTo>
                  <a:cubicBezTo>
                    <a:pt x="73762" y="686500"/>
                    <a:pt x="62662" y="643700"/>
                    <a:pt x="49362" y="595600"/>
                  </a:cubicBezTo>
                  <a:cubicBezTo>
                    <a:pt x="3562" y="429200"/>
                    <a:pt x="-51238" y="231200"/>
                    <a:pt x="94062" y="85900"/>
                  </a:cubicBezTo>
                  <a:close/>
                </a:path>
              </a:pathLst>
            </a:custGeom>
            <a:solidFill>
              <a:srgbClr val="00897B"/>
            </a:solidFill>
            <a:ln w="9674" cap="flat">
              <a:noFill/>
              <a:prstDash val="solid"/>
              <a:miter/>
            </a:ln>
          </p:spPr>
        </p:sp>
        <p:sp>
          <p:nvSpPr>
            <p:cNvPr id="51" name="asset-6-noto-emoji_u1f9ec-part-2"/>
            <p:cNvSpPr/>
            <p:nvPr/>
          </p:nvSpPr>
          <p:spPr>
            <a:xfrm>
              <a:off x="971700" y="40000"/>
              <a:ext cx="243122" cy="707100"/>
            </a:xfrm>
            <a:custGeom>
              <a:avLst/>
              <a:gdLst/>
              <a:ahLst/>
              <a:cxnLst/>
              <a:rect l="0" t="0" r="r" b="b"/>
              <a:pathLst>
                <a:path w="243122" h="707100">
                  <a:moveTo>
                    <a:pt x="195200" y="129600"/>
                  </a:moveTo>
                  <a:cubicBezTo>
                    <a:pt x="241000" y="296000"/>
                    <a:pt x="293000" y="484500"/>
                    <a:pt x="147700" y="629800"/>
                  </a:cubicBezTo>
                  <a:cubicBezTo>
                    <a:pt x="129200" y="648300"/>
                    <a:pt x="105500" y="666900"/>
                    <a:pt x="82700" y="680500"/>
                  </a:cubicBezTo>
                  <a:cubicBezTo>
                    <a:pt x="52100" y="698700"/>
                    <a:pt x="25600" y="707100"/>
                    <a:pt x="25600" y="707100"/>
                  </a:cubicBezTo>
                  <a:cubicBezTo>
                    <a:pt x="25600" y="707100"/>
                    <a:pt x="75600" y="609400"/>
                    <a:pt x="82800" y="556500"/>
                  </a:cubicBezTo>
                  <a:cubicBezTo>
                    <a:pt x="100500" y="427600"/>
                    <a:pt x="74400" y="296100"/>
                    <a:pt x="40300" y="172200"/>
                  </a:cubicBezTo>
                  <a:cubicBezTo>
                    <a:pt x="25100" y="116500"/>
                    <a:pt x="9100" y="58300"/>
                    <a:pt x="0" y="0"/>
                  </a:cubicBezTo>
                  <a:lnTo>
                    <a:pt x="163400" y="0"/>
                  </a:lnTo>
                  <a:cubicBezTo>
                    <a:pt x="170900" y="38600"/>
                    <a:pt x="182000" y="81500"/>
                    <a:pt x="195200" y="129600"/>
                  </a:cubicBezTo>
                  <a:close/>
                </a:path>
              </a:pathLst>
            </a:custGeom>
            <a:solidFill>
              <a:srgbClr val="00897B"/>
            </a:solidFill>
            <a:ln w="9674" cap="flat">
              <a:noFill/>
              <a:prstDash val="solid"/>
              <a:miter/>
            </a:ln>
          </p:spPr>
        </p:sp>
        <p:sp>
          <p:nvSpPr>
            <p:cNvPr id="52" name="asset-6-noto-emoji_u1f9ec-part-3"/>
            <p:cNvSpPr/>
            <p:nvPr/>
          </p:nvSpPr>
          <p:spPr>
            <a:xfrm>
              <a:off x="484600" y="65178"/>
              <a:ext cx="755400" cy="981222"/>
            </a:xfrm>
            <a:custGeom>
              <a:avLst/>
              <a:gdLst/>
              <a:ahLst/>
              <a:cxnLst/>
              <a:rect l="0" t="0" r="r" b="b"/>
              <a:pathLst>
                <a:path w="755400" h="981222">
                  <a:moveTo>
                    <a:pt x="239100" y="208922"/>
                  </a:moveTo>
                  <a:cubicBezTo>
                    <a:pt x="165200" y="282822"/>
                    <a:pt x="187400" y="388222"/>
                    <a:pt x="232800" y="553022"/>
                  </a:cubicBezTo>
                  <a:cubicBezTo>
                    <a:pt x="269700" y="687022"/>
                    <a:pt x="339700" y="880522"/>
                    <a:pt x="185500" y="962522"/>
                  </a:cubicBezTo>
                  <a:cubicBezTo>
                    <a:pt x="136900" y="988322"/>
                    <a:pt x="54800" y="976322"/>
                    <a:pt x="0" y="981222"/>
                  </a:cubicBezTo>
                  <a:cubicBezTo>
                    <a:pt x="14800" y="979922"/>
                    <a:pt x="60700" y="950822"/>
                    <a:pt x="71800" y="939722"/>
                  </a:cubicBezTo>
                  <a:cubicBezTo>
                    <a:pt x="145700" y="865822"/>
                    <a:pt x="123500" y="760422"/>
                    <a:pt x="78100" y="595622"/>
                  </a:cubicBezTo>
                  <a:cubicBezTo>
                    <a:pt x="32300" y="429222"/>
                    <a:pt x="-19700" y="240722"/>
                    <a:pt x="125600" y="95422"/>
                  </a:cubicBezTo>
                  <a:cubicBezTo>
                    <a:pt x="270900" y="-49878"/>
                    <a:pt x="459500" y="2122"/>
                    <a:pt x="625800" y="47922"/>
                  </a:cubicBezTo>
                  <a:cubicBezTo>
                    <a:pt x="673900" y="61222"/>
                    <a:pt x="716800" y="72222"/>
                    <a:pt x="755400" y="79722"/>
                  </a:cubicBezTo>
                  <a:lnTo>
                    <a:pt x="755400" y="243122"/>
                  </a:lnTo>
                  <a:cubicBezTo>
                    <a:pt x="697100" y="234022"/>
                    <a:pt x="638900" y="218022"/>
                    <a:pt x="583100" y="202722"/>
                  </a:cubicBezTo>
                  <a:cubicBezTo>
                    <a:pt x="418300" y="157322"/>
                    <a:pt x="313000" y="135022"/>
                    <a:pt x="239100" y="208922"/>
                  </a:cubicBezTo>
                  <a:close/>
                </a:path>
              </a:pathLst>
            </a:custGeom>
            <a:solidFill>
              <a:srgbClr val="AB47BC"/>
            </a:solidFill>
            <a:ln w="9674" cap="flat">
              <a:noFill/>
              <a:prstDash val="solid"/>
              <a:miter/>
            </a:ln>
          </p:spPr>
        </p:sp>
        <p:sp>
          <p:nvSpPr>
            <p:cNvPr id="53" name="asset-6-noto-emoji_u1f9ec-part-4"/>
            <p:cNvSpPr/>
            <p:nvPr/>
          </p:nvSpPr>
          <p:spPr>
            <a:xfrm>
              <a:off x="208400" y="1028900"/>
              <a:ext cx="144350" cy="164700"/>
            </a:xfrm>
            <a:custGeom>
              <a:avLst/>
              <a:gdLst/>
              <a:ahLst/>
              <a:cxnLst/>
              <a:rect l="0" t="0" r="r" b="b"/>
              <a:pathLst>
                <a:path w="144350" h="164700">
                  <a:moveTo>
                    <a:pt x="134600" y="105900"/>
                  </a:moveTo>
                  <a:cubicBezTo>
                    <a:pt x="147600" y="118900"/>
                    <a:pt x="147600" y="141600"/>
                    <a:pt x="134600" y="154600"/>
                  </a:cubicBezTo>
                  <a:lnTo>
                    <a:pt x="134600" y="154600"/>
                  </a:lnTo>
                  <a:cubicBezTo>
                    <a:pt x="128100" y="161100"/>
                    <a:pt x="119400" y="164700"/>
                    <a:pt x="110300" y="164700"/>
                  </a:cubicBezTo>
                  <a:cubicBezTo>
                    <a:pt x="101100" y="164700"/>
                    <a:pt x="92500" y="161100"/>
                    <a:pt x="86000" y="154600"/>
                  </a:cubicBezTo>
                  <a:lnTo>
                    <a:pt x="0" y="42800"/>
                  </a:lnTo>
                  <a:lnTo>
                    <a:pt x="42800" y="0"/>
                  </a:lnTo>
                  <a:lnTo>
                    <a:pt x="134600" y="105900"/>
                  </a:lnTo>
                  <a:close/>
                </a:path>
              </a:pathLst>
            </a:custGeom>
            <a:solidFill>
              <a:srgbClr val="F9A825"/>
            </a:solidFill>
            <a:ln w="9674" cap="flat">
              <a:noFill/>
              <a:prstDash val="solid"/>
              <a:miter/>
            </a:ln>
          </p:spPr>
        </p:sp>
        <p:sp>
          <p:nvSpPr>
            <p:cNvPr id="54" name="asset-6-noto-emoji_u1f9ec-part-5"/>
            <p:cNvSpPr/>
            <p:nvPr/>
          </p:nvSpPr>
          <p:spPr>
            <a:xfrm>
              <a:off x="118840" y="921245"/>
              <a:ext cx="132360" cy="150555"/>
            </a:xfrm>
            <a:custGeom>
              <a:avLst/>
              <a:gdLst/>
              <a:ahLst/>
              <a:cxnLst/>
              <a:rect l="0" t="0" r="r" b="b"/>
              <a:pathLst>
                <a:path w="132360" h="150555">
                  <a:moveTo>
                    <a:pt x="11660" y="3455"/>
                  </a:moveTo>
                  <a:cubicBezTo>
                    <a:pt x="24760" y="-6345"/>
                    <a:pt x="44160" y="7155"/>
                    <a:pt x="50660" y="13655"/>
                  </a:cubicBezTo>
                  <a:lnTo>
                    <a:pt x="132360" y="107755"/>
                  </a:lnTo>
                  <a:lnTo>
                    <a:pt x="89560" y="150555"/>
                  </a:lnTo>
                  <a:lnTo>
                    <a:pt x="7960" y="44555"/>
                  </a:lnTo>
                  <a:cubicBezTo>
                    <a:pt x="1360" y="37955"/>
                    <a:pt x="-7640" y="17855"/>
                    <a:pt x="11660" y="3455"/>
                  </a:cubicBezTo>
                  <a:close/>
                </a:path>
              </a:pathLst>
            </a:custGeom>
            <a:solidFill>
              <a:srgbClr val="40C4FF"/>
            </a:solidFill>
            <a:ln w="9674" cap="flat">
              <a:noFill/>
              <a:prstDash val="solid"/>
              <a:miter/>
            </a:ln>
          </p:spPr>
        </p:sp>
        <p:sp>
          <p:nvSpPr>
            <p:cNvPr id="55" name="asset-6-noto-emoji_u1f9ec-part-6"/>
            <p:cNvSpPr/>
            <p:nvPr/>
          </p:nvSpPr>
          <p:spPr>
            <a:xfrm>
              <a:off x="292000" y="946100"/>
              <a:ext cx="226750" cy="221600"/>
            </a:xfrm>
            <a:custGeom>
              <a:avLst/>
              <a:gdLst/>
              <a:ahLst/>
              <a:cxnLst/>
              <a:rect l="0" t="0" r="r" b="b"/>
              <a:pathLst>
                <a:path w="226750" h="221600">
                  <a:moveTo>
                    <a:pt x="216700" y="162800"/>
                  </a:moveTo>
                  <a:cubicBezTo>
                    <a:pt x="230100" y="176200"/>
                    <a:pt x="230100" y="198100"/>
                    <a:pt x="216700" y="211500"/>
                  </a:cubicBezTo>
                  <a:cubicBezTo>
                    <a:pt x="210200" y="218000"/>
                    <a:pt x="201600" y="221600"/>
                    <a:pt x="192400" y="221600"/>
                  </a:cubicBezTo>
                  <a:cubicBezTo>
                    <a:pt x="183200" y="221600"/>
                    <a:pt x="174600" y="218000"/>
                    <a:pt x="168100" y="211500"/>
                  </a:cubicBezTo>
                  <a:lnTo>
                    <a:pt x="0" y="41900"/>
                  </a:lnTo>
                  <a:lnTo>
                    <a:pt x="41900" y="0"/>
                  </a:lnTo>
                  <a:lnTo>
                    <a:pt x="216700" y="162800"/>
                  </a:lnTo>
                  <a:close/>
                </a:path>
              </a:pathLst>
            </a:custGeom>
            <a:solidFill>
              <a:srgbClr val="40C4FF"/>
            </a:solidFill>
            <a:ln w="9674" cap="flat">
              <a:noFill/>
              <a:prstDash val="solid"/>
              <a:miter/>
            </a:ln>
          </p:spPr>
        </p:sp>
        <p:sp>
          <p:nvSpPr>
            <p:cNvPr id="56" name="asset-6-noto-emoji_u1f9ec-part-7"/>
            <p:cNvSpPr/>
            <p:nvPr/>
          </p:nvSpPr>
          <p:spPr>
            <a:xfrm>
              <a:off x="114561" y="774809"/>
              <a:ext cx="219339" cy="213191"/>
            </a:xfrm>
            <a:custGeom>
              <a:avLst/>
              <a:gdLst/>
              <a:ahLst/>
              <a:cxnLst/>
              <a:rect l="0" t="0" r="r" b="b"/>
              <a:pathLst>
                <a:path w="219339" h="213191">
                  <a:moveTo>
                    <a:pt x="7939" y="4791"/>
                  </a:moveTo>
                  <a:cubicBezTo>
                    <a:pt x="22239" y="-7709"/>
                    <a:pt x="43739" y="6691"/>
                    <a:pt x="57139" y="20091"/>
                  </a:cubicBezTo>
                  <a:lnTo>
                    <a:pt x="219339" y="171291"/>
                  </a:lnTo>
                  <a:lnTo>
                    <a:pt x="177439" y="213191"/>
                  </a:lnTo>
                  <a:lnTo>
                    <a:pt x="16339" y="50691"/>
                  </a:lnTo>
                  <a:cubicBezTo>
                    <a:pt x="4039" y="37891"/>
                    <a:pt x="-8661" y="19191"/>
                    <a:pt x="7939" y="4791"/>
                  </a:cubicBezTo>
                  <a:close/>
                </a:path>
              </a:pathLst>
            </a:custGeom>
            <a:solidFill>
              <a:srgbClr val="9ED839"/>
            </a:solidFill>
            <a:ln w="9674" cap="flat">
              <a:noFill/>
              <a:prstDash val="solid"/>
              <a:miter/>
            </a:ln>
          </p:spPr>
        </p:sp>
        <p:sp>
          <p:nvSpPr>
            <p:cNvPr id="57" name="asset-6-noto-emoji_u1f9ec-part-8"/>
            <p:cNvSpPr/>
            <p:nvPr/>
          </p:nvSpPr>
          <p:spPr>
            <a:xfrm>
              <a:off x="387000" y="844300"/>
              <a:ext cx="227250" cy="227550"/>
            </a:xfrm>
            <a:custGeom>
              <a:avLst/>
              <a:gdLst/>
              <a:ahLst/>
              <a:cxnLst/>
              <a:rect l="0" t="0" r="r" b="b"/>
              <a:pathLst>
                <a:path w="227250" h="227550">
                  <a:moveTo>
                    <a:pt x="217500" y="168800"/>
                  </a:moveTo>
                  <a:cubicBezTo>
                    <a:pt x="230500" y="181800"/>
                    <a:pt x="230500" y="204500"/>
                    <a:pt x="217500" y="217500"/>
                  </a:cubicBezTo>
                  <a:cubicBezTo>
                    <a:pt x="204100" y="230900"/>
                    <a:pt x="182200" y="230900"/>
                    <a:pt x="168800" y="217500"/>
                  </a:cubicBezTo>
                  <a:lnTo>
                    <a:pt x="0" y="48700"/>
                  </a:lnTo>
                  <a:lnTo>
                    <a:pt x="48700" y="0"/>
                  </a:lnTo>
                  <a:lnTo>
                    <a:pt x="217500" y="168800"/>
                  </a:lnTo>
                  <a:close/>
                </a:path>
              </a:pathLst>
            </a:custGeom>
            <a:solidFill>
              <a:srgbClr val="9ED839"/>
            </a:solidFill>
            <a:ln w="9674" cap="flat">
              <a:noFill/>
              <a:prstDash val="solid"/>
              <a:miter/>
            </a:ln>
          </p:spPr>
        </p:sp>
        <p:sp>
          <p:nvSpPr>
            <p:cNvPr id="58" name="asset-6-noto-emoji_u1f9ec-part-9"/>
            <p:cNvSpPr/>
            <p:nvPr/>
          </p:nvSpPr>
          <p:spPr>
            <a:xfrm>
              <a:off x="148200" y="605550"/>
              <a:ext cx="287500" cy="287450"/>
            </a:xfrm>
            <a:custGeom>
              <a:avLst/>
              <a:gdLst/>
              <a:ahLst/>
              <a:cxnLst/>
              <a:rect l="0" t="0" r="r" b="b"/>
              <a:pathLst>
                <a:path w="287500" h="287450">
                  <a:moveTo>
                    <a:pt x="0" y="34450"/>
                  </a:moveTo>
                  <a:cubicBezTo>
                    <a:pt x="0" y="25250"/>
                    <a:pt x="3600" y="16650"/>
                    <a:pt x="10100" y="10050"/>
                  </a:cubicBezTo>
                  <a:cubicBezTo>
                    <a:pt x="23500" y="-3350"/>
                    <a:pt x="45400" y="-3350"/>
                    <a:pt x="58800" y="10050"/>
                  </a:cubicBezTo>
                  <a:lnTo>
                    <a:pt x="287500" y="238750"/>
                  </a:lnTo>
                  <a:lnTo>
                    <a:pt x="238800" y="287450"/>
                  </a:lnTo>
                  <a:lnTo>
                    <a:pt x="10100" y="58750"/>
                  </a:lnTo>
                  <a:cubicBezTo>
                    <a:pt x="3600" y="52250"/>
                    <a:pt x="0" y="43650"/>
                    <a:pt x="0" y="34450"/>
                  </a:cubicBezTo>
                  <a:close/>
                </a:path>
              </a:pathLst>
            </a:custGeom>
            <a:solidFill>
              <a:srgbClr val="40C4FF"/>
            </a:solidFill>
            <a:ln w="9674" cap="flat">
              <a:noFill/>
              <a:prstDash val="solid"/>
              <a:miter/>
            </a:ln>
          </p:spPr>
        </p:sp>
        <p:sp>
          <p:nvSpPr>
            <p:cNvPr id="59" name="asset-6-noto-emoji_u1f9ec-part-10"/>
            <p:cNvSpPr/>
            <p:nvPr/>
          </p:nvSpPr>
          <p:spPr>
            <a:xfrm>
              <a:off x="492100" y="745100"/>
              <a:ext cx="198857" cy="191036"/>
            </a:xfrm>
            <a:custGeom>
              <a:avLst/>
              <a:gdLst/>
              <a:ahLst/>
              <a:cxnLst/>
              <a:rect l="0" t="0" r="r" b="b"/>
              <a:pathLst>
                <a:path w="198857" h="191036">
                  <a:moveTo>
                    <a:pt x="185000" y="136700"/>
                  </a:moveTo>
                  <a:cubicBezTo>
                    <a:pt x="198000" y="149700"/>
                    <a:pt x="204900" y="171100"/>
                    <a:pt x="191900" y="184100"/>
                  </a:cubicBezTo>
                  <a:cubicBezTo>
                    <a:pt x="191900" y="184100"/>
                    <a:pt x="172100" y="198800"/>
                    <a:pt x="158700" y="185400"/>
                  </a:cubicBezTo>
                  <a:lnTo>
                    <a:pt x="0" y="42800"/>
                  </a:lnTo>
                  <a:lnTo>
                    <a:pt x="42800" y="0"/>
                  </a:lnTo>
                  <a:lnTo>
                    <a:pt x="185000" y="136700"/>
                  </a:lnTo>
                  <a:close/>
                </a:path>
              </a:pathLst>
            </a:custGeom>
            <a:solidFill>
              <a:srgbClr val="2E5FE6"/>
            </a:solidFill>
            <a:ln w="9674" cap="flat">
              <a:noFill/>
              <a:prstDash val="solid"/>
              <a:miter/>
            </a:ln>
          </p:spPr>
        </p:sp>
        <p:sp>
          <p:nvSpPr>
            <p:cNvPr id="60" name="asset-6-noto-emoji_u1f9ec-part-11"/>
            <p:cNvSpPr/>
            <p:nvPr/>
          </p:nvSpPr>
          <p:spPr>
            <a:xfrm>
              <a:off x="299800" y="565600"/>
              <a:ext cx="235000" cy="222300"/>
            </a:xfrm>
            <a:custGeom>
              <a:avLst/>
              <a:gdLst/>
              <a:ahLst/>
              <a:cxnLst/>
              <a:rect l="0" t="0" r="r" b="b"/>
              <a:pathLst>
                <a:path w="235000" h="222300">
                  <a:moveTo>
                    <a:pt x="0" y="34400"/>
                  </a:moveTo>
                  <a:cubicBezTo>
                    <a:pt x="0" y="25200"/>
                    <a:pt x="3600" y="16600"/>
                    <a:pt x="10100" y="10100"/>
                  </a:cubicBezTo>
                  <a:cubicBezTo>
                    <a:pt x="16600" y="3600"/>
                    <a:pt x="25300" y="0"/>
                    <a:pt x="34400" y="0"/>
                  </a:cubicBezTo>
                  <a:cubicBezTo>
                    <a:pt x="43600" y="0"/>
                    <a:pt x="52300" y="3600"/>
                    <a:pt x="58700" y="10100"/>
                  </a:cubicBezTo>
                  <a:lnTo>
                    <a:pt x="235000" y="179500"/>
                  </a:lnTo>
                  <a:lnTo>
                    <a:pt x="192200" y="222300"/>
                  </a:lnTo>
                  <a:lnTo>
                    <a:pt x="10100" y="58800"/>
                  </a:lnTo>
                  <a:cubicBezTo>
                    <a:pt x="3600" y="52300"/>
                    <a:pt x="0" y="43600"/>
                    <a:pt x="0" y="34400"/>
                  </a:cubicBezTo>
                  <a:close/>
                </a:path>
              </a:pathLst>
            </a:custGeom>
            <a:solidFill>
              <a:srgbClr val="EE8CFF"/>
            </a:solidFill>
            <a:ln w="9674" cap="flat">
              <a:noFill/>
              <a:prstDash val="solid"/>
              <a:miter/>
            </a:ln>
          </p:spPr>
        </p:sp>
        <p:sp>
          <p:nvSpPr>
            <p:cNvPr id="61" name="asset-6-noto-emoji_u1f9ec-part-12"/>
            <p:cNvSpPr/>
            <p:nvPr/>
          </p:nvSpPr>
          <p:spPr>
            <a:xfrm>
              <a:off x="577500" y="661200"/>
              <a:ext cx="116761" cy="126077"/>
            </a:xfrm>
            <a:custGeom>
              <a:avLst/>
              <a:gdLst/>
              <a:ahLst/>
              <a:cxnLst/>
              <a:rect l="0" t="0" r="r" b="b"/>
              <a:pathLst>
                <a:path w="116761" h="126077">
                  <a:moveTo>
                    <a:pt x="100600" y="76700"/>
                  </a:moveTo>
                  <a:cubicBezTo>
                    <a:pt x="113600" y="89700"/>
                    <a:pt x="121600" y="108400"/>
                    <a:pt x="113500" y="118400"/>
                  </a:cubicBezTo>
                  <a:cubicBezTo>
                    <a:pt x="105400" y="128400"/>
                    <a:pt x="88200" y="131300"/>
                    <a:pt x="67800" y="110500"/>
                  </a:cubicBezTo>
                  <a:cubicBezTo>
                    <a:pt x="59800" y="102300"/>
                    <a:pt x="31500" y="73400"/>
                    <a:pt x="0" y="41300"/>
                  </a:cubicBezTo>
                  <a:lnTo>
                    <a:pt x="41300" y="0"/>
                  </a:lnTo>
                  <a:lnTo>
                    <a:pt x="100600" y="76700"/>
                  </a:lnTo>
                  <a:close/>
                </a:path>
              </a:pathLst>
            </a:custGeom>
            <a:solidFill>
              <a:srgbClr val="40C4FF"/>
            </a:solidFill>
            <a:ln w="9674" cap="flat">
              <a:noFill/>
              <a:prstDash val="solid"/>
              <a:miter/>
            </a:ln>
          </p:spPr>
        </p:sp>
        <p:sp>
          <p:nvSpPr>
            <p:cNvPr id="62" name="asset-6-noto-emoji_u1f9ec-part-13"/>
            <p:cNvSpPr/>
            <p:nvPr/>
          </p:nvSpPr>
          <p:spPr>
            <a:xfrm>
              <a:off x="462000" y="536350"/>
              <a:ext cx="156700" cy="166150"/>
            </a:xfrm>
            <a:custGeom>
              <a:avLst/>
              <a:gdLst/>
              <a:ahLst/>
              <a:cxnLst/>
              <a:rect l="0" t="0" r="r" b="b"/>
              <a:pathLst>
                <a:path w="156700" h="166150">
                  <a:moveTo>
                    <a:pt x="0" y="34350"/>
                  </a:moveTo>
                  <a:cubicBezTo>
                    <a:pt x="0" y="25550"/>
                    <a:pt x="3400" y="16750"/>
                    <a:pt x="10100" y="10050"/>
                  </a:cubicBezTo>
                  <a:cubicBezTo>
                    <a:pt x="23500" y="-3350"/>
                    <a:pt x="45300" y="-3350"/>
                    <a:pt x="58800" y="10050"/>
                  </a:cubicBezTo>
                  <a:lnTo>
                    <a:pt x="116100" y="72350"/>
                  </a:lnTo>
                  <a:lnTo>
                    <a:pt x="156700" y="124850"/>
                  </a:lnTo>
                  <a:lnTo>
                    <a:pt x="115400" y="166150"/>
                  </a:lnTo>
                  <a:cubicBezTo>
                    <a:pt x="66500" y="116250"/>
                    <a:pt x="10000" y="58650"/>
                    <a:pt x="10000" y="58650"/>
                  </a:cubicBezTo>
                  <a:cubicBezTo>
                    <a:pt x="3400" y="51950"/>
                    <a:pt x="0" y="43150"/>
                    <a:pt x="0" y="34350"/>
                  </a:cubicBezTo>
                  <a:close/>
                </a:path>
              </a:pathLst>
            </a:custGeom>
            <a:solidFill>
              <a:srgbClr val="F9A825"/>
            </a:solidFill>
            <a:ln w="9674" cap="flat">
              <a:noFill/>
              <a:prstDash val="solid"/>
              <a:miter/>
            </a:ln>
          </p:spPr>
        </p:sp>
        <p:sp>
          <p:nvSpPr>
            <p:cNvPr id="63" name="asset-6-noto-emoji_u1f9ec-part-14"/>
            <p:cNvSpPr/>
            <p:nvPr/>
          </p:nvSpPr>
          <p:spPr>
            <a:xfrm>
              <a:off x="681700" y="557000"/>
              <a:ext cx="150250" cy="157650"/>
            </a:xfrm>
            <a:custGeom>
              <a:avLst/>
              <a:gdLst/>
              <a:ahLst/>
              <a:cxnLst/>
              <a:rect l="0" t="0" r="r" b="b"/>
              <a:pathLst>
                <a:path w="150250" h="157650">
                  <a:moveTo>
                    <a:pt x="140200" y="98900"/>
                  </a:moveTo>
                  <a:cubicBezTo>
                    <a:pt x="153600" y="112300"/>
                    <a:pt x="153600" y="134200"/>
                    <a:pt x="140200" y="147600"/>
                  </a:cubicBezTo>
                  <a:lnTo>
                    <a:pt x="140200" y="147600"/>
                  </a:lnTo>
                  <a:cubicBezTo>
                    <a:pt x="126800" y="161000"/>
                    <a:pt x="104900" y="161000"/>
                    <a:pt x="91500" y="147600"/>
                  </a:cubicBezTo>
                  <a:cubicBezTo>
                    <a:pt x="91500" y="147600"/>
                    <a:pt x="46100" y="95100"/>
                    <a:pt x="0" y="41300"/>
                  </a:cubicBezTo>
                  <a:lnTo>
                    <a:pt x="41300" y="0"/>
                  </a:lnTo>
                  <a:lnTo>
                    <a:pt x="140200" y="98900"/>
                  </a:lnTo>
                  <a:close/>
                </a:path>
              </a:pathLst>
            </a:custGeom>
            <a:solidFill>
              <a:srgbClr val="9ED839"/>
            </a:solidFill>
            <a:ln w="9674" cap="flat">
              <a:noFill/>
              <a:prstDash val="solid"/>
              <a:miter/>
            </a:ln>
          </p:spPr>
        </p:sp>
        <p:sp>
          <p:nvSpPr>
            <p:cNvPr id="64" name="asset-6-noto-emoji_u1f9ec-part-15"/>
            <p:cNvSpPr/>
            <p:nvPr/>
          </p:nvSpPr>
          <p:spPr>
            <a:xfrm>
              <a:off x="575574" y="437744"/>
              <a:ext cx="147426" cy="160656"/>
            </a:xfrm>
            <a:custGeom>
              <a:avLst/>
              <a:gdLst/>
              <a:ahLst/>
              <a:cxnLst/>
              <a:rect l="0" t="0" r="r" b="b"/>
              <a:pathLst>
                <a:path w="147426" h="160656">
                  <a:moveTo>
                    <a:pt x="7426" y="2756"/>
                  </a:moveTo>
                  <a:cubicBezTo>
                    <a:pt x="18726" y="-5344"/>
                    <a:pt x="34426" y="6356"/>
                    <a:pt x="40926" y="12856"/>
                  </a:cubicBezTo>
                  <a:lnTo>
                    <a:pt x="139026" y="110956"/>
                  </a:lnTo>
                  <a:lnTo>
                    <a:pt x="147426" y="119356"/>
                  </a:lnTo>
                  <a:lnTo>
                    <a:pt x="106126" y="160656"/>
                  </a:lnTo>
                  <a:cubicBezTo>
                    <a:pt x="62626" y="109856"/>
                    <a:pt x="18526" y="57856"/>
                    <a:pt x="11526" y="47756"/>
                  </a:cubicBezTo>
                  <a:cubicBezTo>
                    <a:pt x="6326" y="40156"/>
                    <a:pt x="-9074" y="14556"/>
                    <a:pt x="7426" y="2756"/>
                  </a:cubicBezTo>
                  <a:close/>
                </a:path>
              </a:pathLst>
            </a:custGeom>
            <a:solidFill>
              <a:srgbClr val="40C4FF"/>
            </a:solidFill>
            <a:ln w="9674" cap="flat">
              <a:noFill/>
              <a:prstDash val="solid"/>
              <a:miter/>
            </a:ln>
          </p:spPr>
        </p:sp>
        <p:sp>
          <p:nvSpPr>
            <p:cNvPr id="65" name="asset-6-noto-emoji_u1f9ec-part-16"/>
            <p:cNvSpPr/>
            <p:nvPr/>
          </p:nvSpPr>
          <p:spPr>
            <a:xfrm>
              <a:off x="775600" y="461300"/>
              <a:ext cx="221750" cy="227450"/>
            </a:xfrm>
            <a:custGeom>
              <a:avLst/>
              <a:gdLst/>
              <a:ahLst/>
              <a:cxnLst/>
              <a:rect l="0" t="0" r="r" b="b"/>
              <a:pathLst>
                <a:path w="221750" h="227450">
                  <a:moveTo>
                    <a:pt x="212000" y="168700"/>
                  </a:moveTo>
                  <a:cubicBezTo>
                    <a:pt x="225000" y="181700"/>
                    <a:pt x="225000" y="204400"/>
                    <a:pt x="212000" y="217400"/>
                  </a:cubicBezTo>
                  <a:cubicBezTo>
                    <a:pt x="198600" y="230800"/>
                    <a:pt x="176700" y="230800"/>
                    <a:pt x="163300" y="217400"/>
                  </a:cubicBezTo>
                  <a:lnTo>
                    <a:pt x="0" y="43100"/>
                  </a:lnTo>
                  <a:lnTo>
                    <a:pt x="43100" y="0"/>
                  </a:lnTo>
                  <a:lnTo>
                    <a:pt x="212000" y="168700"/>
                  </a:lnTo>
                  <a:close/>
                </a:path>
              </a:pathLst>
            </a:custGeom>
            <a:solidFill>
              <a:srgbClr val="40C4FF"/>
            </a:solidFill>
            <a:ln w="9674" cap="flat">
              <a:noFill/>
              <a:prstDash val="solid"/>
              <a:miter/>
            </a:ln>
          </p:spPr>
        </p:sp>
        <p:sp>
          <p:nvSpPr>
            <p:cNvPr id="66" name="asset-6-noto-emoji_u1f9ec-part-17"/>
            <p:cNvSpPr/>
            <p:nvPr/>
          </p:nvSpPr>
          <p:spPr>
            <a:xfrm>
              <a:off x="594669" y="274880"/>
              <a:ext cx="224031" cy="229420"/>
            </a:xfrm>
            <a:custGeom>
              <a:avLst/>
              <a:gdLst/>
              <a:ahLst/>
              <a:cxnLst/>
              <a:rect l="0" t="0" r="r" b="b"/>
              <a:pathLst>
                <a:path w="224031" h="229420">
                  <a:moveTo>
                    <a:pt x="2531" y="13520"/>
                  </a:moveTo>
                  <a:cubicBezTo>
                    <a:pt x="13331" y="-2080"/>
                    <a:pt x="27231" y="-6780"/>
                    <a:pt x="51231" y="13520"/>
                  </a:cubicBezTo>
                  <a:lnTo>
                    <a:pt x="224031" y="186320"/>
                  </a:lnTo>
                  <a:lnTo>
                    <a:pt x="180931" y="229420"/>
                  </a:lnTo>
                  <a:lnTo>
                    <a:pt x="13231" y="50420"/>
                  </a:lnTo>
                  <a:cubicBezTo>
                    <a:pt x="6531" y="43720"/>
                    <a:pt x="-5169" y="24820"/>
                    <a:pt x="2531" y="13520"/>
                  </a:cubicBezTo>
                  <a:close/>
                </a:path>
              </a:pathLst>
            </a:custGeom>
            <a:solidFill>
              <a:srgbClr val="9ED839"/>
            </a:solidFill>
            <a:ln w="9674" cap="flat">
              <a:noFill/>
              <a:prstDash val="solid"/>
              <a:miter/>
            </a:ln>
          </p:spPr>
        </p:sp>
        <p:sp>
          <p:nvSpPr>
            <p:cNvPr id="67" name="asset-6-noto-emoji_u1f9ec-part-18"/>
            <p:cNvSpPr/>
            <p:nvPr/>
          </p:nvSpPr>
          <p:spPr>
            <a:xfrm>
              <a:off x="866200" y="365100"/>
              <a:ext cx="227250" cy="227950"/>
            </a:xfrm>
            <a:custGeom>
              <a:avLst/>
              <a:gdLst/>
              <a:ahLst/>
              <a:cxnLst/>
              <a:rect l="0" t="0" r="r" b="b"/>
              <a:pathLst>
                <a:path w="227250" h="227950">
                  <a:moveTo>
                    <a:pt x="217200" y="169200"/>
                  </a:moveTo>
                  <a:cubicBezTo>
                    <a:pt x="230600" y="182600"/>
                    <a:pt x="230600" y="204500"/>
                    <a:pt x="217200" y="217900"/>
                  </a:cubicBezTo>
                  <a:cubicBezTo>
                    <a:pt x="203800" y="231300"/>
                    <a:pt x="181900" y="231300"/>
                    <a:pt x="168500" y="217900"/>
                  </a:cubicBezTo>
                  <a:lnTo>
                    <a:pt x="0" y="48700"/>
                  </a:lnTo>
                  <a:lnTo>
                    <a:pt x="48700" y="0"/>
                  </a:lnTo>
                  <a:lnTo>
                    <a:pt x="217200" y="169200"/>
                  </a:lnTo>
                  <a:close/>
                </a:path>
              </a:pathLst>
            </a:custGeom>
            <a:solidFill>
              <a:srgbClr val="EE8CFF"/>
            </a:solidFill>
            <a:ln w="9674" cap="flat">
              <a:noFill/>
              <a:prstDash val="solid"/>
              <a:miter/>
            </a:ln>
          </p:spPr>
        </p:sp>
        <p:sp>
          <p:nvSpPr>
            <p:cNvPr id="68" name="asset-6-noto-emoji_u1f9ec-part-19"/>
            <p:cNvSpPr/>
            <p:nvPr/>
          </p:nvSpPr>
          <p:spPr>
            <a:xfrm>
              <a:off x="661055" y="159850"/>
              <a:ext cx="253845" cy="253950"/>
            </a:xfrm>
            <a:custGeom>
              <a:avLst/>
              <a:gdLst/>
              <a:ahLst/>
              <a:cxnLst/>
              <a:rect l="0" t="0" r="r" b="b"/>
              <a:pathLst>
                <a:path w="253845" h="253950">
                  <a:moveTo>
                    <a:pt x="645" y="34350"/>
                  </a:moveTo>
                  <a:cubicBezTo>
                    <a:pt x="645" y="25150"/>
                    <a:pt x="4245" y="16550"/>
                    <a:pt x="10745" y="10050"/>
                  </a:cubicBezTo>
                  <a:cubicBezTo>
                    <a:pt x="24145" y="-3350"/>
                    <a:pt x="46045" y="-3350"/>
                    <a:pt x="59445" y="10050"/>
                  </a:cubicBezTo>
                  <a:lnTo>
                    <a:pt x="253845" y="205250"/>
                  </a:lnTo>
                  <a:lnTo>
                    <a:pt x="205145" y="253950"/>
                  </a:lnTo>
                  <a:lnTo>
                    <a:pt x="4245" y="52150"/>
                  </a:lnTo>
                  <a:cubicBezTo>
                    <a:pt x="-2255" y="45650"/>
                    <a:pt x="645" y="43550"/>
                    <a:pt x="645" y="34350"/>
                  </a:cubicBezTo>
                  <a:close/>
                </a:path>
              </a:pathLst>
            </a:custGeom>
            <a:solidFill>
              <a:srgbClr val="2E5FE6"/>
            </a:solidFill>
            <a:ln w="9674" cap="flat">
              <a:noFill/>
              <a:prstDash val="solid"/>
              <a:miter/>
            </a:ln>
          </p:spPr>
        </p:sp>
        <p:sp>
          <p:nvSpPr>
            <p:cNvPr id="69" name="asset-6-noto-emoji_u1f9ec-part-20"/>
            <p:cNvSpPr/>
            <p:nvPr/>
          </p:nvSpPr>
          <p:spPr>
            <a:xfrm>
              <a:off x="968800" y="268900"/>
              <a:ext cx="179119" cy="170361"/>
            </a:xfrm>
            <a:custGeom>
              <a:avLst/>
              <a:gdLst/>
              <a:ahLst/>
              <a:cxnLst/>
              <a:rect l="0" t="0" r="r" b="b"/>
              <a:pathLst>
                <a:path w="179119" h="170361">
                  <a:moveTo>
                    <a:pt x="146700" y="103600"/>
                  </a:moveTo>
                  <a:cubicBezTo>
                    <a:pt x="171600" y="127600"/>
                    <a:pt x="184900" y="145000"/>
                    <a:pt x="176700" y="158400"/>
                  </a:cubicBezTo>
                  <a:cubicBezTo>
                    <a:pt x="167300" y="173800"/>
                    <a:pt x="153200" y="177300"/>
                    <a:pt x="120700" y="150900"/>
                  </a:cubicBezTo>
                  <a:cubicBezTo>
                    <a:pt x="107700" y="140300"/>
                    <a:pt x="56500" y="93900"/>
                    <a:pt x="0" y="42200"/>
                  </a:cubicBezTo>
                  <a:lnTo>
                    <a:pt x="42200" y="0"/>
                  </a:lnTo>
                  <a:lnTo>
                    <a:pt x="146700" y="103600"/>
                  </a:lnTo>
                  <a:close/>
                </a:path>
              </a:pathLst>
            </a:custGeom>
            <a:solidFill>
              <a:srgbClr val="40C4FF"/>
            </a:solidFill>
            <a:ln w="9674" cap="flat">
              <a:noFill/>
              <a:prstDash val="solid"/>
              <a:miter/>
            </a:ln>
          </p:spPr>
        </p:sp>
        <p:sp>
          <p:nvSpPr>
            <p:cNvPr id="70" name="asset-6-noto-emoji_u1f9ec-part-21"/>
            <p:cNvSpPr/>
            <p:nvPr/>
          </p:nvSpPr>
          <p:spPr>
            <a:xfrm>
              <a:off x="778700" y="86750"/>
              <a:ext cx="232400" cy="224350"/>
            </a:xfrm>
            <a:custGeom>
              <a:avLst/>
              <a:gdLst/>
              <a:ahLst/>
              <a:cxnLst/>
              <a:rect l="0" t="0" r="r" b="b"/>
              <a:pathLst>
                <a:path w="232400" h="224350">
                  <a:moveTo>
                    <a:pt x="0" y="34450"/>
                  </a:moveTo>
                  <a:cubicBezTo>
                    <a:pt x="0" y="25650"/>
                    <a:pt x="3400" y="16850"/>
                    <a:pt x="10100" y="10050"/>
                  </a:cubicBezTo>
                  <a:cubicBezTo>
                    <a:pt x="23500" y="-3350"/>
                    <a:pt x="45400" y="-3350"/>
                    <a:pt x="58800" y="10050"/>
                  </a:cubicBezTo>
                  <a:lnTo>
                    <a:pt x="232400" y="182150"/>
                  </a:lnTo>
                  <a:lnTo>
                    <a:pt x="190200" y="224350"/>
                  </a:lnTo>
                  <a:cubicBezTo>
                    <a:pt x="106100" y="147450"/>
                    <a:pt x="10100" y="58750"/>
                    <a:pt x="10100" y="58750"/>
                  </a:cubicBezTo>
                  <a:cubicBezTo>
                    <a:pt x="3400" y="52050"/>
                    <a:pt x="0" y="43250"/>
                    <a:pt x="0" y="34450"/>
                  </a:cubicBezTo>
                  <a:close/>
                </a:path>
              </a:pathLst>
            </a:custGeom>
            <a:solidFill>
              <a:srgbClr val="9ED839"/>
            </a:solidFill>
            <a:ln w="9674" cap="flat">
              <a:noFill/>
              <a:prstDash val="solid"/>
              <a:miter/>
            </a:ln>
          </p:spPr>
        </p:sp>
        <p:sp>
          <p:nvSpPr>
            <p:cNvPr id="71" name="asset-6-noto-emoji_u1f9ec-part-22"/>
            <p:cNvSpPr/>
            <p:nvPr/>
          </p:nvSpPr>
          <p:spPr>
            <a:xfrm>
              <a:off x="40000" y="881800"/>
              <a:ext cx="725200" cy="332059"/>
            </a:xfrm>
            <a:custGeom>
              <a:avLst/>
              <a:gdLst/>
              <a:ahLst/>
              <a:cxnLst/>
              <a:rect l="0" t="0" r="r" b="b"/>
              <a:pathLst>
                <a:path w="725200" h="332059">
                  <a:moveTo>
                    <a:pt x="623100" y="120600"/>
                  </a:moveTo>
                  <a:cubicBezTo>
                    <a:pt x="677500" y="93700"/>
                    <a:pt x="708300" y="49300"/>
                    <a:pt x="725200" y="0"/>
                  </a:cubicBezTo>
                  <a:cubicBezTo>
                    <a:pt x="724700" y="84100"/>
                    <a:pt x="700900" y="165500"/>
                    <a:pt x="629800" y="236600"/>
                  </a:cubicBezTo>
                  <a:cubicBezTo>
                    <a:pt x="484500" y="381900"/>
                    <a:pt x="295900" y="330000"/>
                    <a:pt x="129600" y="284100"/>
                  </a:cubicBezTo>
                  <a:cubicBezTo>
                    <a:pt x="81500" y="270800"/>
                    <a:pt x="38600" y="259800"/>
                    <a:pt x="0" y="252300"/>
                  </a:cubicBezTo>
                  <a:lnTo>
                    <a:pt x="0" y="88900"/>
                  </a:lnTo>
                  <a:cubicBezTo>
                    <a:pt x="58300" y="98000"/>
                    <a:pt x="116500" y="114000"/>
                    <a:pt x="172300" y="129300"/>
                  </a:cubicBezTo>
                  <a:cubicBezTo>
                    <a:pt x="290000" y="161800"/>
                    <a:pt x="488100" y="187500"/>
                    <a:pt x="623100" y="120600"/>
                  </a:cubicBezTo>
                  <a:close/>
                </a:path>
              </a:pathLst>
            </a:custGeom>
            <a:solidFill>
              <a:srgbClr val="EE8CFF"/>
            </a:solidFill>
            <a:ln w="9674" cap="flat">
              <a:noFill/>
              <a:prstDash val="solid"/>
              <a:miter/>
            </a:ln>
          </p:spPr>
        </p:sp>
        <p:sp>
          <p:nvSpPr>
            <p:cNvPr id="72" name="asset-6-noto-emoji_u1f9ec-part-23"/>
            <p:cNvSpPr/>
            <p:nvPr/>
          </p:nvSpPr>
          <p:spPr>
            <a:xfrm>
              <a:off x="532900" y="65078"/>
              <a:ext cx="707100" cy="243122"/>
            </a:xfrm>
            <a:custGeom>
              <a:avLst/>
              <a:gdLst/>
              <a:ahLst/>
              <a:cxnLst/>
              <a:rect l="0" t="0" r="r" b="b"/>
              <a:pathLst>
                <a:path w="707100" h="243122">
                  <a:moveTo>
                    <a:pt x="142500" y="150222"/>
                  </a:moveTo>
                  <a:cubicBezTo>
                    <a:pt x="61100" y="160922"/>
                    <a:pt x="0" y="217522"/>
                    <a:pt x="0" y="217522"/>
                  </a:cubicBezTo>
                  <a:cubicBezTo>
                    <a:pt x="0" y="217522"/>
                    <a:pt x="8400" y="191122"/>
                    <a:pt x="26600" y="160422"/>
                  </a:cubicBezTo>
                  <a:cubicBezTo>
                    <a:pt x="40200" y="137622"/>
                    <a:pt x="58800" y="114022"/>
                    <a:pt x="77300" y="95422"/>
                  </a:cubicBezTo>
                  <a:cubicBezTo>
                    <a:pt x="222600" y="-49878"/>
                    <a:pt x="411200" y="2122"/>
                    <a:pt x="577500" y="47922"/>
                  </a:cubicBezTo>
                  <a:cubicBezTo>
                    <a:pt x="625600" y="61222"/>
                    <a:pt x="668500" y="72222"/>
                    <a:pt x="707100" y="79722"/>
                  </a:cubicBezTo>
                  <a:lnTo>
                    <a:pt x="707100" y="243122"/>
                  </a:lnTo>
                  <a:cubicBezTo>
                    <a:pt x="648800" y="234022"/>
                    <a:pt x="590600" y="218022"/>
                    <a:pt x="534800" y="202722"/>
                  </a:cubicBezTo>
                  <a:cubicBezTo>
                    <a:pt x="411000" y="168622"/>
                    <a:pt x="271600" y="133322"/>
                    <a:pt x="142500" y="150222"/>
                  </a:cubicBezTo>
                  <a:close/>
                </a:path>
              </a:pathLst>
            </a:custGeom>
            <a:solidFill>
              <a:srgbClr val="EE8CFF"/>
            </a:solidFill>
            <a:ln w="9674" cap="flat">
              <a:noFill/>
              <a:prstDash val="solid"/>
              <a:miter/>
            </a:ln>
          </p:spPr>
        </p:sp>
        <p:sp>
          <p:nvSpPr>
            <p:cNvPr id="73" name="asset-6-noto-emoji_u1f9ec-part-24"/>
            <p:cNvSpPr/>
            <p:nvPr/>
          </p:nvSpPr>
          <p:spPr>
            <a:xfrm>
              <a:off x="69000" y="376600"/>
              <a:ext cx="1147372" cy="403000"/>
            </a:xfrm>
            <a:custGeom>
              <a:avLst/>
              <a:gdLst/>
              <a:ahLst/>
              <a:cxnLst/>
              <a:rect l="0" t="0" r="r" b="b"/>
              <a:pathLst>
                <a:path w="1147372" h="403000">
                  <a:moveTo>
                    <a:pt x="1050400" y="293300"/>
                  </a:moveTo>
                  <a:cubicBezTo>
                    <a:pt x="905100" y="438600"/>
                    <a:pt x="716500" y="386700"/>
                    <a:pt x="550200" y="340800"/>
                  </a:cubicBezTo>
                  <a:cubicBezTo>
                    <a:pt x="487600" y="323600"/>
                    <a:pt x="149400" y="176800"/>
                    <a:pt x="0" y="403000"/>
                  </a:cubicBezTo>
                  <a:cubicBezTo>
                    <a:pt x="0" y="403000"/>
                    <a:pt x="29600" y="195000"/>
                    <a:pt x="206900" y="131100"/>
                  </a:cubicBezTo>
                  <a:cubicBezTo>
                    <a:pt x="350000" y="79500"/>
                    <a:pt x="564900" y="178300"/>
                    <a:pt x="592900" y="186100"/>
                  </a:cubicBezTo>
                  <a:cubicBezTo>
                    <a:pt x="765400" y="233600"/>
                    <a:pt x="926900" y="252400"/>
                    <a:pt x="1068500" y="121300"/>
                  </a:cubicBezTo>
                  <a:cubicBezTo>
                    <a:pt x="1100900" y="91300"/>
                    <a:pt x="1135400" y="43500"/>
                    <a:pt x="1143000" y="0"/>
                  </a:cubicBezTo>
                  <a:cubicBezTo>
                    <a:pt x="1139500" y="19400"/>
                    <a:pt x="1183900" y="159800"/>
                    <a:pt x="1050400" y="293300"/>
                  </a:cubicBezTo>
                  <a:close/>
                </a:path>
              </a:pathLst>
            </a:custGeom>
            <a:solidFill>
              <a:srgbClr val="00BFA5"/>
            </a:solidFill>
            <a:ln w="9674" cap="flat">
              <a:noFill/>
              <a:prstDash val="solid"/>
              <a:miter/>
            </a:ln>
          </p:spPr>
        </p:sp>
      </p:grpSp>
      <p:sp>
        <p:nvSpPr>
          <p:cNvPr id="23" name="TextBox 22"/>
          <p:cNvSpPr txBox="1"/>
          <p:nvPr/>
        </p:nvSpPr>
        <p:spPr>
          <a:xfrm>
            <a:off x="6381750" y="4171950"/>
            <a:ext cx="236220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引物与反应记录</a:t>
            </a:r>
          </a:p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产物、泳道与峰图关联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3975" y="3086100"/>
            <a:ext cx="142875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173D67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34475" y="1809750"/>
            <a:ext cx="2743200" cy="344805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34475" y="1809750"/>
            <a:ext cx="2743200" cy="514350"/>
          </a:xfrm>
          <a:prstGeom prst="rect">
            <a:avLst/>
          </a:prstGeom>
          <a:solidFill>
            <a:srgbClr val="17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6400" y="1914525"/>
            <a:ext cx="24193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CJK SC"/>
              </a:defRPr>
            </a:pPr>
            <a:r>
              <a:t>重复与核验</a:t>
            </a:r>
          </a:p>
        </p:txBody>
      </p:sp>
      <p:grpSp>
        <p:nvGrpSpPr>
          <p:cNvPr id="74" name="asset-7-lucide-clipboard-check" descr="clipboard-check — Lucide Icons and Contributors; preserve the bundled full upstream license. Source: https://github.com/lucide-icons/lucide/blob/20aef31db93fe4d9f398dbb15b120d99c48eef95/icons/clipboard-check.svg; SVG SHA256: e2bac86a6b24caa0d7d0dcc2719ec6b7870ec5eef2d21afae498d8cb5eefda96; native DrawingML derivative; recolored 173D67"/>
          <p:cNvGrpSpPr/>
          <p:nvPr/>
        </p:nvGrpSpPr>
        <p:grpSpPr>
          <a:xfrm>
            <a:off x="9886950" y="2571750"/>
            <a:ext cx="1238250" cy="1238250"/>
            <a:chOff x="0" y="0"/>
            <a:chExt cx="240000" cy="240000"/>
          </a:xfrm>
        </p:grpSpPr>
        <p:sp>
          <p:nvSpPr>
            <p:cNvPr id="75" name="asset-7-lucide-clipboard-check-part-1"/>
            <p:cNvSpPr/>
            <p:nvPr/>
          </p:nvSpPr>
          <p:spPr>
            <a:xfrm>
              <a:off x="80000" y="20000"/>
              <a:ext cx="80000" cy="40000"/>
            </a:xfrm>
            <a:custGeom>
              <a:avLst/>
              <a:gdLst/>
              <a:ahLst/>
              <a:cxnLst/>
              <a:rect l="0" t="0" r="r" b="b"/>
              <a:pathLst>
                <a:path w="80000" h="40000">
                  <a:moveTo>
                    <a:pt x="10000" y="0"/>
                  </a:moveTo>
                  <a:lnTo>
                    <a:pt x="70000" y="0"/>
                  </a:lnTo>
                  <a:cubicBezTo>
                    <a:pt x="70209" y="0"/>
                    <a:pt x="70419" y="7"/>
                    <a:pt x="70628" y="20"/>
                  </a:cubicBezTo>
                  <a:cubicBezTo>
                    <a:pt x="70837" y="33"/>
                    <a:pt x="71046" y="53"/>
                    <a:pt x="71253" y="79"/>
                  </a:cubicBezTo>
                  <a:cubicBezTo>
                    <a:pt x="71461" y="105"/>
                    <a:pt x="71668" y="138"/>
                    <a:pt x="71874" y="177"/>
                  </a:cubicBezTo>
                  <a:cubicBezTo>
                    <a:pt x="72080" y="216"/>
                    <a:pt x="72284" y="262"/>
                    <a:pt x="72487" y="314"/>
                  </a:cubicBezTo>
                  <a:cubicBezTo>
                    <a:pt x="72690" y="366"/>
                    <a:pt x="72891" y="425"/>
                    <a:pt x="73090" y="489"/>
                  </a:cubicBezTo>
                  <a:cubicBezTo>
                    <a:pt x="73289" y="554"/>
                    <a:pt x="73486" y="625"/>
                    <a:pt x="73681" y="702"/>
                  </a:cubicBezTo>
                  <a:cubicBezTo>
                    <a:pt x="73876" y="779"/>
                    <a:pt x="74068" y="863"/>
                    <a:pt x="74258" y="952"/>
                  </a:cubicBezTo>
                  <a:cubicBezTo>
                    <a:pt x="74447" y="1041"/>
                    <a:pt x="74634" y="1136"/>
                    <a:pt x="74818" y="1237"/>
                  </a:cubicBezTo>
                  <a:cubicBezTo>
                    <a:pt x="75001" y="1338"/>
                    <a:pt x="75181" y="1444"/>
                    <a:pt x="75358" y="1557"/>
                  </a:cubicBezTo>
                  <a:cubicBezTo>
                    <a:pt x="75535" y="1669"/>
                    <a:pt x="75708" y="1787"/>
                    <a:pt x="75878" y="1910"/>
                  </a:cubicBezTo>
                  <a:cubicBezTo>
                    <a:pt x="76047" y="2033"/>
                    <a:pt x="76213" y="2161"/>
                    <a:pt x="76374" y="2295"/>
                  </a:cubicBezTo>
                  <a:cubicBezTo>
                    <a:pt x="76536" y="2428"/>
                    <a:pt x="76693" y="2567"/>
                    <a:pt x="76845" y="2710"/>
                  </a:cubicBezTo>
                  <a:cubicBezTo>
                    <a:pt x="76998" y="2854"/>
                    <a:pt x="77146" y="3002"/>
                    <a:pt x="77290" y="3155"/>
                  </a:cubicBezTo>
                  <a:cubicBezTo>
                    <a:pt x="77433" y="3307"/>
                    <a:pt x="77572" y="3464"/>
                    <a:pt x="77705" y="3626"/>
                  </a:cubicBezTo>
                  <a:cubicBezTo>
                    <a:pt x="77839" y="3787"/>
                    <a:pt x="77967" y="3953"/>
                    <a:pt x="78090" y="4122"/>
                  </a:cubicBezTo>
                  <a:cubicBezTo>
                    <a:pt x="78213" y="4292"/>
                    <a:pt x="78331" y="4465"/>
                    <a:pt x="78443" y="4642"/>
                  </a:cubicBezTo>
                  <a:cubicBezTo>
                    <a:pt x="78556" y="4819"/>
                    <a:pt x="78662" y="4999"/>
                    <a:pt x="78763" y="5182"/>
                  </a:cubicBezTo>
                  <a:cubicBezTo>
                    <a:pt x="78864" y="5366"/>
                    <a:pt x="78959" y="5553"/>
                    <a:pt x="79048" y="5742"/>
                  </a:cubicBezTo>
                  <a:cubicBezTo>
                    <a:pt x="79137" y="5932"/>
                    <a:pt x="79221" y="6124"/>
                    <a:pt x="79298" y="6319"/>
                  </a:cubicBezTo>
                  <a:cubicBezTo>
                    <a:pt x="79375" y="6514"/>
                    <a:pt x="79446" y="6711"/>
                    <a:pt x="79511" y="6910"/>
                  </a:cubicBezTo>
                  <a:cubicBezTo>
                    <a:pt x="79575" y="7109"/>
                    <a:pt x="79634" y="7310"/>
                    <a:pt x="79686" y="7513"/>
                  </a:cubicBezTo>
                  <a:cubicBezTo>
                    <a:pt x="79738" y="7716"/>
                    <a:pt x="79784" y="7920"/>
                    <a:pt x="79823" y="8126"/>
                  </a:cubicBezTo>
                  <a:cubicBezTo>
                    <a:pt x="79862" y="8332"/>
                    <a:pt x="79895" y="8539"/>
                    <a:pt x="79921" y="8747"/>
                  </a:cubicBezTo>
                  <a:cubicBezTo>
                    <a:pt x="79947" y="8954"/>
                    <a:pt x="79967" y="9163"/>
                    <a:pt x="79980" y="9372"/>
                  </a:cubicBezTo>
                  <a:cubicBezTo>
                    <a:pt x="79993" y="9581"/>
                    <a:pt x="80000" y="9791"/>
                    <a:pt x="80000" y="10000"/>
                  </a:cubicBezTo>
                  <a:lnTo>
                    <a:pt x="80000" y="30000"/>
                  </a:lnTo>
                  <a:cubicBezTo>
                    <a:pt x="80000" y="30209"/>
                    <a:pt x="79993" y="30419"/>
                    <a:pt x="79980" y="30628"/>
                  </a:cubicBezTo>
                  <a:cubicBezTo>
                    <a:pt x="79967" y="30837"/>
                    <a:pt x="79947" y="31046"/>
                    <a:pt x="79921" y="31253"/>
                  </a:cubicBezTo>
                  <a:cubicBezTo>
                    <a:pt x="79895" y="31461"/>
                    <a:pt x="79862" y="31668"/>
                    <a:pt x="79823" y="31874"/>
                  </a:cubicBezTo>
                  <a:cubicBezTo>
                    <a:pt x="79784" y="32080"/>
                    <a:pt x="79738" y="32284"/>
                    <a:pt x="79686" y="32487"/>
                  </a:cubicBezTo>
                  <a:cubicBezTo>
                    <a:pt x="79634" y="32690"/>
                    <a:pt x="79575" y="32891"/>
                    <a:pt x="79511" y="33090"/>
                  </a:cubicBezTo>
                  <a:cubicBezTo>
                    <a:pt x="79446" y="33289"/>
                    <a:pt x="79375" y="33486"/>
                    <a:pt x="79298" y="33681"/>
                  </a:cubicBezTo>
                  <a:cubicBezTo>
                    <a:pt x="79221" y="33876"/>
                    <a:pt x="79137" y="34068"/>
                    <a:pt x="79048" y="34258"/>
                  </a:cubicBezTo>
                  <a:cubicBezTo>
                    <a:pt x="78959" y="34447"/>
                    <a:pt x="78864" y="34634"/>
                    <a:pt x="78763" y="34818"/>
                  </a:cubicBezTo>
                  <a:cubicBezTo>
                    <a:pt x="78662" y="35001"/>
                    <a:pt x="78556" y="35181"/>
                    <a:pt x="78443" y="35358"/>
                  </a:cubicBezTo>
                  <a:cubicBezTo>
                    <a:pt x="78331" y="35535"/>
                    <a:pt x="78213" y="35708"/>
                    <a:pt x="78090" y="35878"/>
                  </a:cubicBezTo>
                  <a:cubicBezTo>
                    <a:pt x="77967" y="36047"/>
                    <a:pt x="77839" y="36213"/>
                    <a:pt x="77705" y="36374"/>
                  </a:cubicBezTo>
                  <a:cubicBezTo>
                    <a:pt x="77572" y="36536"/>
                    <a:pt x="77433" y="36693"/>
                    <a:pt x="77290" y="36845"/>
                  </a:cubicBezTo>
                  <a:cubicBezTo>
                    <a:pt x="77146" y="36998"/>
                    <a:pt x="76998" y="37146"/>
                    <a:pt x="76845" y="37290"/>
                  </a:cubicBezTo>
                  <a:cubicBezTo>
                    <a:pt x="76693" y="37433"/>
                    <a:pt x="76536" y="37572"/>
                    <a:pt x="76374" y="37705"/>
                  </a:cubicBezTo>
                  <a:cubicBezTo>
                    <a:pt x="76213" y="37839"/>
                    <a:pt x="76047" y="37967"/>
                    <a:pt x="75878" y="38090"/>
                  </a:cubicBezTo>
                  <a:cubicBezTo>
                    <a:pt x="75708" y="38213"/>
                    <a:pt x="75535" y="38331"/>
                    <a:pt x="75358" y="38443"/>
                  </a:cubicBezTo>
                  <a:cubicBezTo>
                    <a:pt x="75181" y="38556"/>
                    <a:pt x="75001" y="38662"/>
                    <a:pt x="74818" y="38763"/>
                  </a:cubicBezTo>
                  <a:cubicBezTo>
                    <a:pt x="74634" y="38864"/>
                    <a:pt x="74447" y="38959"/>
                    <a:pt x="74258" y="39048"/>
                  </a:cubicBezTo>
                  <a:cubicBezTo>
                    <a:pt x="74068" y="39137"/>
                    <a:pt x="73876" y="39221"/>
                    <a:pt x="73681" y="39298"/>
                  </a:cubicBezTo>
                  <a:cubicBezTo>
                    <a:pt x="73486" y="39375"/>
                    <a:pt x="73289" y="39446"/>
                    <a:pt x="73090" y="39511"/>
                  </a:cubicBezTo>
                  <a:cubicBezTo>
                    <a:pt x="72891" y="39575"/>
                    <a:pt x="72690" y="39634"/>
                    <a:pt x="72487" y="39686"/>
                  </a:cubicBezTo>
                  <a:cubicBezTo>
                    <a:pt x="72284" y="39738"/>
                    <a:pt x="72080" y="39784"/>
                    <a:pt x="71874" y="39823"/>
                  </a:cubicBezTo>
                  <a:cubicBezTo>
                    <a:pt x="71668" y="39862"/>
                    <a:pt x="71461" y="39895"/>
                    <a:pt x="71253" y="39921"/>
                  </a:cubicBezTo>
                  <a:cubicBezTo>
                    <a:pt x="71046" y="39947"/>
                    <a:pt x="70837" y="39967"/>
                    <a:pt x="70628" y="39980"/>
                  </a:cubicBezTo>
                  <a:cubicBezTo>
                    <a:pt x="70419" y="39993"/>
                    <a:pt x="70209" y="40000"/>
                    <a:pt x="70000" y="40000"/>
                  </a:cubicBezTo>
                  <a:lnTo>
                    <a:pt x="10000" y="40000"/>
                  </a:lnTo>
                  <a:cubicBezTo>
                    <a:pt x="9791" y="40000"/>
                    <a:pt x="9581" y="39993"/>
                    <a:pt x="9372" y="39980"/>
                  </a:cubicBezTo>
                  <a:cubicBezTo>
                    <a:pt x="9163" y="39967"/>
                    <a:pt x="8954" y="39947"/>
                    <a:pt x="8747" y="39921"/>
                  </a:cubicBezTo>
                  <a:cubicBezTo>
                    <a:pt x="8539" y="39895"/>
                    <a:pt x="8332" y="39862"/>
                    <a:pt x="8126" y="39823"/>
                  </a:cubicBezTo>
                  <a:cubicBezTo>
                    <a:pt x="7920" y="39784"/>
                    <a:pt x="7716" y="39738"/>
                    <a:pt x="7513" y="39686"/>
                  </a:cubicBezTo>
                  <a:cubicBezTo>
                    <a:pt x="7310" y="39634"/>
                    <a:pt x="7109" y="39575"/>
                    <a:pt x="6910" y="39511"/>
                  </a:cubicBezTo>
                  <a:cubicBezTo>
                    <a:pt x="6711" y="39446"/>
                    <a:pt x="6514" y="39375"/>
                    <a:pt x="6319" y="39298"/>
                  </a:cubicBezTo>
                  <a:cubicBezTo>
                    <a:pt x="6124" y="39221"/>
                    <a:pt x="5932" y="39137"/>
                    <a:pt x="5742" y="39048"/>
                  </a:cubicBezTo>
                  <a:cubicBezTo>
                    <a:pt x="5553" y="38959"/>
                    <a:pt x="5366" y="38864"/>
                    <a:pt x="5182" y="38763"/>
                  </a:cubicBezTo>
                  <a:cubicBezTo>
                    <a:pt x="4999" y="38662"/>
                    <a:pt x="4819" y="38556"/>
                    <a:pt x="4642" y="38443"/>
                  </a:cubicBezTo>
                  <a:cubicBezTo>
                    <a:pt x="4465" y="38331"/>
                    <a:pt x="4292" y="38213"/>
                    <a:pt x="4122" y="38090"/>
                  </a:cubicBezTo>
                  <a:cubicBezTo>
                    <a:pt x="3953" y="37967"/>
                    <a:pt x="3787" y="37839"/>
                    <a:pt x="3626" y="37705"/>
                  </a:cubicBezTo>
                  <a:cubicBezTo>
                    <a:pt x="3464" y="37572"/>
                    <a:pt x="3307" y="37433"/>
                    <a:pt x="3155" y="37290"/>
                  </a:cubicBezTo>
                  <a:cubicBezTo>
                    <a:pt x="3002" y="37146"/>
                    <a:pt x="2854" y="36998"/>
                    <a:pt x="2710" y="36845"/>
                  </a:cubicBezTo>
                  <a:cubicBezTo>
                    <a:pt x="2567" y="36693"/>
                    <a:pt x="2428" y="36536"/>
                    <a:pt x="2295" y="36374"/>
                  </a:cubicBezTo>
                  <a:cubicBezTo>
                    <a:pt x="2161" y="36213"/>
                    <a:pt x="2033" y="36047"/>
                    <a:pt x="1910" y="35878"/>
                  </a:cubicBezTo>
                  <a:cubicBezTo>
                    <a:pt x="1787" y="35708"/>
                    <a:pt x="1669" y="35535"/>
                    <a:pt x="1557" y="35358"/>
                  </a:cubicBezTo>
                  <a:cubicBezTo>
                    <a:pt x="1444" y="35181"/>
                    <a:pt x="1338" y="35001"/>
                    <a:pt x="1237" y="34818"/>
                  </a:cubicBezTo>
                  <a:cubicBezTo>
                    <a:pt x="1136" y="34634"/>
                    <a:pt x="1041" y="34447"/>
                    <a:pt x="952" y="34258"/>
                  </a:cubicBezTo>
                  <a:cubicBezTo>
                    <a:pt x="863" y="34068"/>
                    <a:pt x="779" y="33876"/>
                    <a:pt x="702" y="33681"/>
                  </a:cubicBezTo>
                  <a:cubicBezTo>
                    <a:pt x="625" y="33486"/>
                    <a:pt x="554" y="33289"/>
                    <a:pt x="489" y="33090"/>
                  </a:cubicBezTo>
                  <a:cubicBezTo>
                    <a:pt x="425" y="32891"/>
                    <a:pt x="366" y="32690"/>
                    <a:pt x="314" y="32487"/>
                  </a:cubicBezTo>
                  <a:cubicBezTo>
                    <a:pt x="262" y="32284"/>
                    <a:pt x="216" y="32080"/>
                    <a:pt x="177" y="31874"/>
                  </a:cubicBezTo>
                  <a:cubicBezTo>
                    <a:pt x="138" y="31668"/>
                    <a:pt x="105" y="31461"/>
                    <a:pt x="79" y="31253"/>
                  </a:cubicBezTo>
                  <a:cubicBezTo>
                    <a:pt x="53" y="31046"/>
                    <a:pt x="33" y="30837"/>
                    <a:pt x="20" y="30628"/>
                  </a:cubicBezTo>
                  <a:cubicBezTo>
                    <a:pt x="7" y="30419"/>
                    <a:pt x="0" y="30209"/>
                    <a:pt x="0" y="3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76" name="asset-7-lucide-clipboard-check-part-2"/>
            <p:cNvSpPr/>
            <p:nvPr/>
          </p:nvSpPr>
          <p:spPr>
            <a:xfrm>
              <a:off x="40000" y="40000"/>
              <a:ext cx="160000" cy="180000"/>
            </a:xfrm>
            <a:custGeom>
              <a:avLst/>
              <a:gdLst/>
              <a:ahLst/>
              <a:cxnLst/>
              <a:rect l="0" t="0" r="r" b="b"/>
              <a:pathLst>
                <a:path w="160000" h="180000">
                  <a:moveTo>
                    <a:pt x="120000" y="0"/>
                  </a:moveTo>
                  <a:lnTo>
                    <a:pt x="140000" y="0"/>
                  </a:lnTo>
                  <a:cubicBezTo>
                    <a:pt x="140419" y="0"/>
                    <a:pt x="140838" y="13"/>
                    <a:pt x="141256" y="39"/>
                  </a:cubicBezTo>
                  <a:cubicBezTo>
                    <a:pt x="141674" y="66"/>
                    <a:pt x="142091" y="105"/>
                    <a:pt x="142507" y="158"/>
                  </a:cubicBezTo>
                  <a:cubicBezTo>
                    <a:pt x="142922" y="210"/>
                    <a:pt x="143336" y="276"/>
                    <a:pt x="143748" y="354"/>
                  </a:cubicBezTo>
                  <a:cubicBezTo>
                    <a:pt x="144159" y="433"/>
                    <a:pt x="144568" y="524"/>
                    <a:pt x="144974" y="628"/>
                  </a:cubicBezTo>
                  <a:cubicBezTo>
                    <a:pt x="145380" y="733"/>
                    <a:pt x="145782" y="849"/>
                    <a:pt x="146180" y="979"/>
                  </a:cubicBezTo>
                  <a:cubicBezTo>
                    <a:pt x="146579" y="1108"/>
                    <a:pt x="146973" y="1250"/>
                    <a:pt x="147362" y="1404"/>
                  </a:cubicBezTo>
                  <a:cubicBezTo>
                    <a:pt x="147752" y="1559"/>
                    <a:pt x="148137" y="1725"/>
                    <a:pt x="148516" y="1903"/>
                  </a:cubicBezTo>
                  <a:cubicBezTo>
                    <a:pt x="148895" y="2082"/>
                    <a:pt x="149268" y="2272"/>
                    <a:pt x="149635" y="2474"/>
                  </a:cubicBezTo>
                  <a:cubicBezTo>
                    <a:pt x="150002" y="2676"/>
                    <a:pt x="150363" y="2889"/>
                    <a:pt x="150717" y="3113"/>
                  </a:cubicBezTo>
                  <a:cubicBezTo>
                    <a:pt x="151070" y="3338"/>
                    <a:pt x="151417" y="3573"/>
                    <a:pt x="151756" y="3820"/>
                  </a:cubicBezTo>
                  <a:cubicBezTo>
                    <a:pt x="152095" y="4066"/>
                    <a:pt x="152426" y="4323"/>
                    <a:pt x="152748" y="4590"/>
                  </a:cubicBezTo>
                  <a:cubicBezTo>
                    <a:pt x="153071" y="4857"/>
                    <a:pt x="153386" y="5134"/>
                    <a:pt x="153691" y="5421"/>
                  </a:cubicBezTo>
                  <a:cubicBezTo>
                    <a:pt x="153996" y="5707"/>
                    <a:pt x="154293" y="6004"/>
                    <a:pt x="154579" y="6309"/>
                  </a:cubicBezTo>
                  <a:cubicBezTo>
                    <a:pt x="154866" y="6614"/>
                    <a:pt x="155143" y="6929"/>
                    <a:pt x="155410" y="7252"/>
                  </a:cubicBezTo>
                  <a:cubicBezTo>
                    <a:pt x="155677" y="7574"/>
                    <a:pt x="155934" y="7905"/>
                    <a:pt x="156180" y="8244"/>
                  </a:cubicBezTo>
                  <a:cubicBezTo>
                    <a:pt x="156427" y="8583"/>
                    <a:pt x="156662" y="8930"/>
                    <a:pt x="156887" y="9283"/>
                  </a:cubicBezTo>
                  <a:cubicBezTo>
                    <a:pt x="157111" y="9637"/>
                    <a:pt x="157324" y="9998"/>
                    <a:pt x="157526" y="10365"/>
                  </a:cubicBezTo>
                  <a:cubicBezTo>
                    <a:pt x="157728" y="10732"/>
                    <a:pt x="157918" y="11105"/>
                    <a:pt x="158097" y="11484"/>
                  </a:cubicBezTo>
                  <a:cubicBezTo>
                    <a:pt x="158275" y="11863"/>
                    <a:pt x="158441" y="12248"/>
                    <a:pt x="158596" y="12638"/>
                  </a:cubicBezTo>
                  <a:cubicBezTo>
                    <a:pt x="158750" y="13027"/>
                    <a:pt x="158892" y="13421"/>
                    <a:pt x="159021" y="13820"/>
                  </a:cubicBezTo>
                  <a:cubicBezTo>
                    <a:pt x="159151" y="14218"/>
                    <a:pt x="159267" y="14620"/>
                    <a:pt x="159372" y="15026"/>
                  </a:cubicBezTo>
                  <a:cubicBezTo>
                    <a:pt x="159476" y="15432"/>
                    <a:pt x="159567" y="15841"/>
                    <a:pt x="159646" y="16252"/>
                  </a:cubicBezTo>
                  <a:cubicBezTo>
                    <a:pt x="159724" y="16664"/>
                    <a:pt x="159790" y="17078"/>
                    <a:pt x="159842" y="17493"/>
                  </a:cubicBezTo>
                  <a:cubicBezTo>
                    <a:pt x="159895" y="17909"/>
                    <a:pt x="159934" y="18326"/>
                    <a:pt x="159961" y="18744"/>
                  </a:cubicBezTo>
                  <a:cubicBezTo>
                    <a:pt x="159987" y="19162"/>
                    <a:pt x="160000" y="19581"/>
                    <a:pt x="160000" y="20000"/>
                  </a:cubicBezTo>
                  <a:lnTo>
                    <a:pt x="160000" y="160000"/>
                  </a:lnTo>
                  <a:cubicBezTo>
                    <a:pt x="160000" y="160419"/>
                    <a:pt x="159987" y="160838"/>
                    <a:pt x="159961" y="161256"/>
                  </a:cubicBezTo>
                  <a:cubicBezTo>
                    <a:pt x="159934" y="161674"/>
                    <a:pt x="159895" y="162091"/>
                    <a:pt x="159842" y="162507"/>
                  </a:cubicBezTo>
                  <a:cubicBezTo>
                    <a:pt x="159790" y="162922"/>
                    <a:pt x="159724" y="163336"/>
                    <a:pt x="159646" y="163748"/>
                  </a:cubicBezTo>
                  <a:cubicBezTo>
                    <a:pt x="159567" y="164159"/>
                    <a:pt x="159476" y="164568"/>
                    <a:pt x="159372" y="164974"/>
                  </a:cubicBezTo>
                  <a:cubicBezTo>
                    <a:pt x="159267" y="165380"/>
                    <a:pt x="159151" y="165782"/>
                    <a:pt x="159021" y="166180"/>
                  </a:cubicBezTo>
                  <a:cubicBezTo>
                    <a:pt x="158892" y="166579"/>
                    <a:pt x="158750" y="166973"/>
                    <a:pt x="158596" y="167362"/>
                  </a:cubicBezTo>
                  <a:cubicBezTo>
                    <a:pt x="158441" y="167752"/>
                    <a:pt x="158275" y="168137"/>
                    <a:pt x="158097" y="168516"/>
                  </a:cubicBezTo>
                  <a:cubicBezTo>
                    <a:pt x="157918" y="168895"/>
                    <a:pt x="157728" y="169268"/>
                    <a:pt x="157526" y="169635"/>
                  </a:cubicBezTo>
                  <a:cubicBezTo>
                    <a:pt x="157324" y="170002"/>
                    <a:pt x="157111" y="170363"/>
                    <a:pt x="156887" y="170717"/>
                  </a:cubicBezTo>
                  <a:cubicBezTo>
                    <a:pt x="156662" y="171070"/>
                    <a:pt x="156427" y="171417"/>
                    <a:pt x="156180" y="171756"/>
                  </a:cubicBezTo>
                  <a:cubicBezTo>
                    <a:pt x="155934" y="172095"/>
                    <a:pt x="155677" y="172426"/>
                    <a:pt x="155410" y="172748"/>
                  </a:cubicBezTo>
                  <a:cubicBezTo>
                    <a:pt x="155143" y="173071"/>
                    <a:pt x="154866" y="173386"/>
                    <a:pt x="154579" y="173691"/>
                  </a:cubicBezTo>
                  <a:cubicBezTo>
                    <a:pt x="154293" y="173996"/>
                    <a:pt x="153996" y="174293"/>
                    <a:pt x="153691" y="174579"/>
                  </a:cubicBezTo>
                  <a:cubicBezTo>
                    <a:pt x="153386" y="174866"/>
                    <a:pt x="153071" y="175143"/>
                    <a:pt x="152748" y="175410"/>
                  </a:cubicBezTo>
                  <a:cubicBezTo>
                    <a:pt x="152426" y="175677"/>
                    <a:pt x="152095" y="175934"/>
                    <a:pt x="151756" y="176180"/>
                  </a:cubicBezTo>
                  <a:cubicBezTo>
                    <a:pt x="151417" y="176427"/>
                    <a:pt x="151070" y="176662"/>
                    <a:pt x="150717" y="176887"/>
                  </a:cubicBezTo>
                  <a:cubicBezTo>
                    <a:pt x="150363" y="177111"/>
                    <a:pt x="150002" y="177324"/>
                    <a:pt x="149635" y="177526"/>
                  </a:cubicBezTo>
                  <a:cubicBezTo>
                    <a:pt x="149268" y="177728"/>
                    <a:pt x="148895" y="177918"/>
                    <a:pt x="148516" y="178097"/>
                  </a:cubicBezTo>
                  <a:cubicBezTo>
                    <a:pt x="148137" y="178275"/>
                    <a:pt x="147752" y="178441"/>
                    <a:pt x="147362" y="178596"/>
                  </a:cubicBezTo>
                  <a:cubicBezTo>
                    <a:pt x="146973" y="178750"/>
                    <a:pt x="146579" y="178892"/>
                    <a:pt x="146180" y="179021"/>
                  </a:cubicBezTo>
                  <a:cubicBezTo>
                    <a:pt x="145782" y="179151"/>
                    <a:pt x="145380" y="179267"/>
                    <a:pt x="144974" y="179372"/>
                  </a:cubicBezTo>
                  <a:cubicBezTo>
                    <a:pt x="144568" y="179476"/>
                    <a:pt x="144159" y="179567"/>
                    <a:pt x="143748" y="179646"/>
                  </a:cubicBezTo>
                  <a:cubicBezTo>
                    <a:pt x="143336" y="179724"/>
                    <a:pt x="142922" y="179790"/>
                    <a:pt x="142507" y="179842"/>
                  </a:cubicBezTo>
                  <a:cubicBezTo>
                    <a:pt x="142091" y="179895"/>
                    <a:pt x="141674" y="179934"/>
                    <a:pt x="141256" y="179961"/>
                  </a:cubicBezTo>
                  <a:cubicBezTo>
                    <a:pt x="140838" y="179987"/>
                    <a:pt x="140419" y="180000"/>
                    <a:pt x="140000" y="180000"/>
                  </a:cubicBezTo>
                  <a:lnTo>
                    <a:pt x="20000" y="180000"/>
                  </a:lnTo>
                  <a:cubicBezTo>
                    <a:pt x="19581" y="180000"/>
                    <a:pt x="19162" y="179987"/>
                    <a:pt x="18744" y="179961"/>
                  </a:cubicBezTo>
                  <a:cubicBezTo>
                    <a:pt x="18326" y="179934"/>
                    <a:pt x="17909" y="179895"/>
                    <a:pt x="17493" y="179842"/>
                  </a:cubicBezTo>
                  <a:cubicBezTo>
                    <a:pt x="17078" y="179790"/>
                    <a:pt x="16664" y="179724"/>
                    <a:pt x="16252" y="179646"/>
                  </a:cubicBezTo>
                  <a:cubicBezTo>
                    <a:pt x="15841" y="179567"/>
                    <a:pt x="15432" y="179476"/>
                    <a:pt x="15026" y="179372"/>
                  </a:cubicBezTo>
                  <a:cubicBezTo>
                    <a:pt x="14620" y="179267"/>
                    <a:pt x="14218" y="179151"/>
                    <a:pt x="13820" y="179021"/>
                  </a:cubicBezTo>
                  <a:cubicBezTo>
                    <a:pt x="13421" y="178892"/>
                    <a:pt x="13027" y="178750"/>
                    <a:pt x="12638" y="178596"/>
                  </a:cubicBezTo>
                  <a:cubicBezTo>
                    <a:pt x="12248" y="178441"/>
                    <a:pt x="11863" y="178275"/>
                    <a:pt x="11484" y="178097"/>
                  </a:cubicBezTo>
                  <a:cubicBezTo>
                    <a:pt x="11105" y="177918"/>
                    <a:pt x="10732" y="177728"/>
                    <a:pt x="10365" y="177526"/>
                  </a:cubicBezTo>
                  <a:cubicBezTo>
                    <a:pt x="9998" y="177324"/>
                    <a:pt x="9637" y="177111"/>
                    <a:pt x="9283" y="176887"/>
                  </a:cubicBezTo>
                  <a:cubicBezTo>
                    <a:pt x="8930" y="176662"/>
                    <a:pt x="8583" y="176427"/>
                    <a:pt x="8244" y="176180"/>
                  </a:cubicBezTo>
                  <a:cubicBezTo>
                    <a:pt x="7905" y="175934"/>
                    <a:pt x="7574" y="175677"/>
                    <a:pt x="7252" y="175410"/>
                  </a:cubicBezTo>
                  <a:cubicBezTo>
                    <a:pt x="6929" y="175143"/>
                    <a:pt x="6614" y="174866"/>
                    <a:pt x="6309" y="174579"/>
                  </a:cubicBezTo>
                  <a:cubicBezTo>
                    <a:pt x="6004" y="174293"/>
                    <a:pt x="5707" y="173996"/>
                    <a:pt x="5421" y="173691"/>
                  </a:cubicBezTo>
                  <a:cubicBezTo>
                    <a:pt x="5134" y="173386"/>
                    <a:pt x="4857" y="173071"/>
                    <a:pt x="4590" y="172748"/>
                  </a:cubicBezTo>
                  <a:cubicBezTo>
                    <a:pt x="4323" y="172426"/>
                    <a:pt x="4066" y="172095"/>
                    <a:pt x="3820" y="171756"/>
                  </a:cubicBezTo>
                  <a:cubicBezTo>
                    <a:pt x="3573" y="171417"/>
                    <a:pt x="3338" y="171070"/>
                    <a:pt x="3113" y="170717"/>
                  </a:cubicBezTo>
                  <a:cubicBezTo>
                    <a:pt x="2889" y="170363"/>
                    <a:pt x="2676" y="170002"/>
                    <a:pt x="2474" y="169635"/>
                  </a:cubicBezTo>
                  <a:cubicBezTo>
                    <a:pt x="2272" y="169268"/>
                    <a:pt x="2082" y="168895"/>
                    <a:pt x="1903" y="168516"/>
                  </a:cubicBezTo>
                  <a:cubicBezTo>
                    <a:pt x="1725" y="168137"/>
                    <a:pt x="1559" y="167752"/>
                    <a:pt x="1404" y="167362"/>
                  </a:cubicBezTo>
                  <a:cubicBezTo>
                    <a:pt x="1250" y="166973"/>
                    <a:pt x="1108" y="166579"/>
                    <a:pt x="979" y="166180"/>
                  </a:cubicBezTo>
                  <a:cubicBezTo>
                    <a:pt x="849" y="165782"/>
                    <a:pt x="733" y="165380"/>
                    <a:pt x="628" y="164974"/>
                  </a:cubicBezTo>
                  <a:cubicBezTo>
                    <a:pt x="524" y="164568"/>
                    <a:pt x="433" y="164159"/>
                    <a:pt x="354" y="163748"/>
                  </a:cubicBezTo>
                  <a:cubicBezTo>
                    <a:pt x="276" y="163336"/>
                    <a:pt x="210" y="162922"/>
                    <a:pt x="158" y="162507"/>
                  </a:cubicBezTo>
                  <a:cubicBezTo>
                    <a:pt x="105" y="162091"/>
                    <a:pt x="66" y="161674"/>
                    <a:pt x="39" y="161256"/>
                  </a:cubicBezTo>
                  <a:cubicBezTo>
                    <a:pt x="13" y="160838"/>
                    <a:pt x="0" y="160419"/>
                    <a:pt x="0" y="160000"/>
                  </a:cubicBez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0000" y="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  <p:sp>
          <p:nvSpPr>
            <p:cNvPr id="77" name="asset-7-lucide-clipboard-check-part-3"/>
            <p:cNvSpPr/>
            <p:nvPr/>
          </p:nvSpPr>
          <p:spPr>
            <a:xfrm>
              <a:off x="90000" y="12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20000"/>
                  </a:moveTo>
                  <a:lnTo>
                    <a:pt x="20000" y="40000"/>
                  </a:lnTo>
                  <a:lnTo>
                    <a:pt x="60000" y="0"/>
                  </a:lnTo>
                </a:path>
              </a:pathLst>
            </a:custGeom>
            <a:noFill/>
            <a:ln w="103187" cap="rnd">
              <a:solidFill>
                <a:srgbClr val="173D67"/>
              </a:solidFill>
              <a:prstDash val="solid"/>
              <a:round/>
            </a:ln>
          </p:spPr>
        </p:sp>
      </p:grpSp>
      <p:sp>
        <p:nvSpPr>
          <p:cNvPr id="29" name="TextBox 28"/>
          <p:cNvSpPr txBox="1"/>
          <p:nvPr/>
        </p:nvSpPr>
        <p:spPr>
          <a:xfrm>
            <a:off x="9324975" y="4171950"/>
            <a:ext cx="236220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复核原始证据</a:t>
            </a:r>
          </a:p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保留疑点与处理状态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5553075"/>
            <a:ext cx="11582400" cy="628650"/>
          </a:xfrm>
          <a:prstGeom prst="rect">
            <a:avLst/>
          </a:prstGeom>
          <a:solidFill>
            <a:srgbClr val="F9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350" y="5676900"/>
            <a:ext cx="11163300" cy="4381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25" b="1">
                <a:solidFill>
                  <a:srgbClr val="B6383F"/>
                </a:solidFill>
                <a:latin typeface="Noto Sans CJK SC"/>
              </a:defRPr>
            </a:pPr>
            <a:r>
              <a:t>质控说明：保留原始检测结果，未核验信息不写成确定的个体识别结论。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582400" cy="590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23D54"/>
                </a:solidFill>
                <a:latin typeface="Noto Sans CJK SC"/>
              </a:defRPr>
            </a:pPr>
            <a:r>
              <a:t>相机监测：分别表达观测与检测过程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857250"/>
            <a:ext cx="11582400" cy="19050"/>
          </a:xfrm>
          <a:prstGeom prst="rect">
            <a:avLst/>
          </a:prstGeom>
          <a:solidFill>
            <a:srgbClr val="12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0287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5" b="0">
                <a:solidFill>
                  <a:srgbClr val="123D54"/>
                </a:solidFill>
                <a:latin typeface="Noto Sans CJK SC"/>
              </a:defRPr>
            </a:pPr>
            <a:r>
              <a:t>设备与活动图标用于解释流程，不代表实际布设位置、记录数量或检测概率。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6419850"/>
            <a:ext cx="11582400" cy="19050"/>
          </a:xfrm>
          <a:prstGeom prst="rect">
            <a:avLst/>
          </a:prstGeom>
          <a:solidFill>
            <a:srgbClr val="12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" y="6553200"/>
            <a:ext cx="11334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62746B"/>
                </a:solidFill>
                <a:latin typeface="Noto Sans CJK SC"/>
              </a:defRPr>
            </a:pPr>
            <a:r>
              <a:t>生态监测研究主题样板 · 公开素材与流程示意，不含项目实测数据或真实点位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752600"/>
            <a:ext cx="4257675" cy="4257675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1924050"/>
            <a:ext cx="3800475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75" b="1">
                <a:solidFill>
                  <a:srgbClr val="123D54"/>
                </a:solidFill>
                <a:latin typeface="Noto Sans CJK SC"/>
              </a:defRPr>
            </a:pPr>
            <a:r>
              <a:t>野外记录</a:t>
            </a:r>
          </a:p>
        </p:txBody>
      </p:sp>
      <p:grpSp>
        <p:nvGrpSpPr>
          <p:cNvPr id="23" name="asset-8-noto-emoji_u1f4f7" descr="Noto Emoji artwork by Google; Apache License 2.0; preserve full bundled license. Source: https://github.com/googlefonts/noto-emoji/blob/e20cbc2bbec1926686be9f9bee7d1d2cfa1fea0e/2D/svg/emoji_u1f4f7.svg; SVG SHA256: 7e0572c943b5a8d2b1e11ecebda3521f40dd37ae10578a9d9d59a8e5945a6895; native DrawingML derivative; original colors retained"/>
          <p:cNvGrpSpPr/>
          <p:nvPr/>
        </p:nvGrpSpPr>
        <p:grpSpPr>
          <a:xfrm>
            <a:off x="1357313" y="2495550"/>
            <a:ext cx="1762125" cy="1762125"/>
            <a:chOff x="0" y="0"/>
            <a:chExt cx="1280000" cy="1280000"/>
          </a:xfrm>
        </p:grpSpPr>
        <p:sp>
          <p:nvSpPr>
            <p:cNvPr id="24" name="asset-8-noto-emoji_u1f4f7-part-1"/>
            <p:cNvSpPr/>
            <p:nvPr/>
          </p:nvSpPr>
          <p:spPr>
            <a:xfrm>
              <a:off x="100400" y="261500"/>
              <a:ext cx="181500" cy="131200"/>
            </a:xfrm>
            <a:custGeom>
              <a:avLst/>
              <a:gdLst/>
              <a:ahLst/>
              <a:cxnLst/>
              <a:rect l="0" t="0" r="r" b="b"/>
              <a:pathLst>
                <a:path w="181500" h="131200">
                  <a:moveTo>
                    <a:pt x="152000" y="131200"/>
                  </a:moveTo>
                  <a:lnTo>
                    <a:pt x="29500" y="131200"/>
                  </a:lnTo>
                  <a:cubicBezTo>
                    <a:pt x="13200" y="131200"/>
                    <a:pt x="0" y="118000"/>
                    <a:pt x="0" y="101700"/>
                  </a:cubicBezTo>
                  <a:lnTo>
                    <a:pt x="0" y="29500"/>
                  </a:lnTo>
                  <a:cubicBezTo>
                    <a:pt x="0" y="13200"/>
                    <a:pt x="13200" y="0"/>
                    <a:pt x="29500" y="0"/>
                  </a:cubicBezTo>
                  <a:lnTo>
                    <a:pt x="152000" y="0"/>
                  </a:lnTo>
                  <a:cubicBezTo>
                    <a:pt x="168300" y="0"/>
                    <a:pt x="181500" y="13200"/>
                    <a:pt x="181500" y="29500"/>
                  </a:cubicBezTo>
                  <a:lnTo>
                    <a:pt x="181500" y="101700"/>
                  </a:lnTo>
                  <a:cubicBezTo>
                    <a:pt x="181400" y="118000"/>
                    <a:pt x="168200" y="131200"/>
                    <a:pt x="152000" y="131200"/>
                  </a:cubicBezTo>
                  <a:close/>
                </a:path>
              </a:pathLst>
            </a:custGeom>
            <a:solidFill>
              <a:srgbClr val="90A4AE"/>
            </a:solidFill>
            <a:ln w="13767" cap="flat">
              <a:noFill/>
              <a:prstDash val="solid"/>
              <a:miter/>
            </a:ln>
          </p:spPr>
        </p:sp>
        <p:sp>
          <p:nvSpPr>
            <p:cNvPr id="25" name="asset-8-noto-emoji_u1f4f7-part-2"/>
            <p:cNvSpPr/>
            <p:nvPr/>
          </p:nvSpPr>
          <p:spPr>
            <a:xfrm>
              <a:off x="122800" y="281200"/>
              <a:ext cx="40000" cy="124000"/>
            </a:xfrm>
            <a:custGeom>
              <a:avLst/>
              <a:gdLst/>
              <a:ahLst/>
              <a:cxnLst/>
              <a:rect l="0" t="0" r="r" b="b"/>
              <a:pathLst>
                <a:path w="40000" h="124000">
                  <a:moveTo>
                    <a:pt x="40000" y="124000"/>
                  </a:moveTo>
                  <a:lnTo>
                    <a:pt x="0" y="124000"/>
                  </a:lnTo>
                  <a:lnTo>
                    <a:pt x="0" y="20000"/>
                  </a:lnTo>
                  <a:cubicBezTo>
                    <a:pt x="0" y="9000"/>
                    <a:pt x="9000" y="0"/>
                    <a:pt x="20000" y="0"/>
                  </a:cubicBezTo>
                  <a:lnTo>
                    <a:pt x="20000" y="0"/>
                  </a:lnTo>
                  <a:cubicBezTo>
                    <a:pt x="31000" y="0"/>
                    <a:pt x="40000" y="9000"/>
                    <a:pt x="40000" y="20000"/>
                  </a:cubicBezTo>
                  <a:lnTo>
                    <a:pt x="40000" y="124000"/>
                  </a:lnTo>
                  <a:close/>
                </a:path>
              </a:pathLst>
            </a:custGeom>
            <a:solidFill>
              <a:srgbClr val="94D1E0"/>
            </a:solidFill>
            <a:ln w="13767" cap="flat">
              <a:noFill/>
              <a:prstDash val="solid"/>
              <a:miter/>
            </a:ln>
          </p:spPr>
        </p:sp>
        <p:sp>
          <p:nvSpPr>
            <p:cNvPr id="26" name="asset-8-noto-emoji_u1f4f7-part-3"/>
            <p:cNvSpPr/>
            <p:nvPr/>
          </p:nvSpPr>
          <p:spPr>
            <a:xfrm>
              <a:off x="348600" y="259835"/>
              <a:ext cx="94900" cy="98165"/>
            </a:xfrm>
            <a:custGeom>
              <a:avLst/>
              <a:gdLst/>
              <a:ahLst/>
              <a:cxnLst/>
              <a:rect l="0" t="0" r="r" b="b"/>
              <a:pathLst>
                <a:path w="94900" h="98165">
                  <a:moveTo>
                    <a:pt x="75000" y="98165"/>
                  </a:moveTo>
                  <a:lnTo>
                    <a:pt x="19900" y="98165"/>
                  </a:lnTo>
                  <a:cubicBezTo>
                    <a:pt x="8900" y="98165"/>
                    <a:pt x="0" y="89265"/>
                    <a:pt x="0" y="78265"/>
                  </a:cubicBezTo>
                  <a:lnTo>
                    <a:pt x="0" y="23165"/>
                  </a:lnTo>
                  <a:cubicBezTo>
                    <a:pt x="0" y="12165"/>
                    <a:pt x="5300" y="7365"/>
                    <a:pt x="19900" y="3265"/>
                  </a:cubicBezTo>
                  <a:cubicBezTo>
                    <a:pt x="34500" y="-835"/>
                    <a:pt x="61100" y="-1335"/>
                    <a:pt x="75000" y="3265"/>
                  </a:cubicBezTo>
                  <a:cubicBezTo>
                    <a:pt x="86400" y="7065"/>
                    <a:pt x="94900" y="12165"/>
                    <a:pt x="94900" y="23165"/>
                  </a:cubicBezTo>
                  <a:lnTo>
                    <a:pt x="94900" y="78265"/>
                  </a:lnTo>
                  <a:cubicBezTo>
                    <a:pt x="94900" y="89265"/>
                    <a:pt x="85900" y="98165"/>
                    <a:pt x="75000" y="98165"/>
                  </a:cubicBezTo>
                  <a:close/>
                </a:path>
              </a:pathLst>
            </a:custGeom>
            <a:solidFill>
              <a:srgbClr val="546E7A"/>
            </a:solidFill>
            <a:ln w="13767" cap="flat">
              <a:noFill/>
              <a:prstDash val="solid"/>
              <a:miter/>
            </a:ln>
          </p:spPr>
        </p:sp>
        <p:sp>
          <p:nvSpPr>
            <p:cNvPr id="27" name="asset-8-noto-emoji_u1f4f7-part-4"/>
            <p:cNvSpPr/>
            <p:nvPr/>
          </p:nvSpPr>
          <p:spPr>
            <a:xfrm>
              <a:off x="40000" y="589000"/>
              <a:ext cx="1200000" cy="601400"/>
            </a:xfrm>
            <a:custGeom>
              <a:avLst/>
              <a:gdLst/>
              <a:ahLst/>
              <a:cxnLst/>
              <a:rect l="0" t="0" r="r" b="b"/>
              <a:pathLst>
                <a:path w="1200000" h="601400">
                  <a:moveTo>
                    <a:pt x="0" y="0"/>
                  </a:moveTo>
                  <a:lnTo>
                    <a:pt x="1200000" y="0"/>
                  </a:lnTo>
                  <a:lnTo>
                    <a:pt x="1200000" y="601400"/>
                  </a:lnTo>
                  <a:lnTo>
                    <a:pt x="0" y="601400"/>
                  </a:lnTo>
                  <a:close/>
                </a:path>
              </a:pathLst>
            </a:custGeom>
            <a:solidFill>
              <a:srgbClr val="212121"/>
            </a:solidFill>
            <a:ln w="13767" cap="flat">
              <a:noFill/>
              <a:prstDash val="solid"/>
              <a:miter/>
            </a:ln>
          </p:spPr>
        </p:sp>
        <p:sp>
          <p:nvSpPr>
            <p:cNvPr id="28" name="asset-8-noto-emoji_u1f4f7-part-5"/>
            <p:cNvSpPr/>
            <p:nvPr/>
          </p:nvSpPr>
          <p:spPr>
            <a:xfrm>
              <a:off x="40000" y="1176800"/>
              <a:ext cx="1200100" cy="63200"/>
            </a:xfrm>
            <a:custGeom>
              <a:avLst/>
              <a:gdLst/>
              <a:ahLst/>
              <a:cxnLst/>
              <a:rect l="0" t="0" r="r" b="b"/>
              <a:pathLst>
                <a:path w="1200100" h="63200">
                  <a:moveTo>
                    <a:pt x="0" y="0"/>
                  </a:moveTo>
                  <a:lnTo>
                    <a:pt x="0" y="27300"/>
                  </a:lnTo>
                  <a:cubicBezTo>
                    <a:pt x="0" y="47100"/>
                    <a:pt x="16100" y="63200"/>
                    <a:pt x="35900" y="63200"/>
                  </a:cubicBezTo>
                  <a:lnTo>
                    <a:pt x="1164200" y="63200"/>
                  </a:lnTo>
                  <a:cubicBezTo>
                    <a:pt x="1184000" y="63200"/>
                    <a:pt x="1200100" y="47100"/>
                    <a:pt x="1200100" y="27300"/>
                  </a:cubicBezTo>
                  <a:lnTo>
                    <a:pt x="1200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EC5"/>
            </a:solidFill>
            <a:ln w="13767" cap="flat">
              <a:noFill/>
              <a:prstDash val="solid"/>
              <a:miter/>
            </a:ln>
          </p:spPr>
        </p:sp>
        <p:sp>
          <p:nvSpPr>
            <p:cNvPr id="29" name="asset-8-noto-emoji_u1f4f7-part-6"/>
            <p:cNvSpPr/>
            <p:nvPr/>
          </p:nvSpPr>
          <p:spPr>
            <a:xfrm>
              <a:off x="314300" y="310600"/>
              <a:ext cx="163300" cy="94900"/>
            </a:xfrm>
            <a:custGeom>
              <a:avLst/>
              <a:gdLst/>
              <a:ahLst/>
              <a:cxnLst/>
              <a:rect l="0" t="0" r="r" b="b"/>
              <a:pathLst>
                <a:path w="163300" h="94900">
                  <a:moveTo>
                    <a:pt x="119100" y="94900"/>
                  </a:moveTo>
                  <a:lnTo>
                    <a:pt x="44200" y="94900"/>
                  </a:lnTo>
                  <a:cubicBezTo>
                    <a:pt x="19800" y="94900"/>
                    <a:pt x="0" y="75100"/>
                    <a:pt x="0" y="50700"/>
                  </a:cubicBezTo>
                  <a:lnTo>
                    <a:pt x="0" y="44200"/>
                  </a:lnTo>
                  <a:cubicBezTo>
                    <a:pt x="0" y="19800"/>
                    <a:pt x="19800" y="0"/>
                    <a:pt x="44200" y="0"/>
                  </a:cubicBezTo>
                  <a:lnTo>
                    <a:pt x="119100" y="0"/>
                  </a:lnTo>
                  <a:cubicBezTo>
                    <a:pt x="143500" y="0"/>
                    <a:pt x="163300" y="19800"/>
                    <a:pt x="163300" y="44200"/>
                  </a:cubicBezTo>
                  <a:lnTo>
                    <a:pt x="163300" y="50700"/>
                  </a:lnTo>
                  <a:cubicBezTo>
                    <a:pt x="163400" y="75100"/>
                    <a:pt x="143600" y="94900"/>
                    <a:pt x="119100" y="94900"/>
                  </a:cubicBezTo>
                  <a:close/>
                </a:path>
              </a:pathLst>
            </a:custGeom>
            <a:solidFill>
              <a:srgbClr val="90A4AE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0" name="asset-8-noto-emoji_u1f4f7-part-7"/>
            <p:cNvSpPr/>
            <p:nvPr/>
          </p:nvSpPr>
          <p:spPr>
            <a:xfrm>
              <a:off x="40000" y="341600"/>
              <a:ext cx="1200000" cy="257700"/>
            </a:xfrm>
            <a:custGeom>
              <a:avLst/>
              <a:gdLst/>
              <a:ahLst/>
              <a:cxnLst/>
              <a:rect l="0" t="0" r="r" b="b"/>
              <a:pathLst>
                <a:path w="1200000" h="257700">
                  <a:moveTo>
                    <a:pt x="1177300" y="0"/>
                  </a:moveTo>
                  <a:lnTo>
                    <a:pt x="40500" y="0"/>
                  </a:lnTo>
                  <a:cubicBezTo>
                    <a:pt x="18100" y="0"/>
                    <a:pt x="0" y="18100"/>
                    <a:pt x="0" y="40500"/>
                  </a:cubicBezTo>
                  <a:lnTo>
                    <a:pt x="0" y="257700"/>
                  </a:lnTo>
                  <a:lnTo>
                    <a:pt x="1200000" y="257700"/>
                  </a:lnTo>
                  <a:lnTo>
                    <a:pt x="1200000" y="22700"/>
                  </a:lnTo>
                  <a:cubicBezTo>
                    <a:pt x="1200000" y="10100"/>
                    <a:pt x="1189800" y="0"/>
                    <a:pt x="1177300" y="0"/>
                  </a:cubicBezTo>
                  <a:close/>
                </a:path>
              </a:pathLst>
            </a:custGeom>
            <a:solidFill>
              <a:srgbClr val="B0BEC5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1" name="asset-8-noto-emoji_u1f4f7-part-8"/>
            <p:cNvSpPr/>
            <p:nvPr/>
          </p:nvSpPr>
          <p:spPr>
            <a:xfrm>
              <a:off x="924200" y="387500"/>
              <a:ext cx="219900" cy="164900"/>
            </a:xfrm>
            <a:custGeom>
              <a:avLst/>
              <a:gdLst/>
              <a:ahLst/>
              <a:cxnLst/>
              <a:rect l="0" t="0" r="r" b="b"/>
              <a:pathLst>
                <a:path w="219900" h="164900">
                  <a:moveTo>
                    <a:pt x="200700" y="164900"/>
                  </a:moveTo>
                  <a:lnTo>
                    <a:pt x="19200" y="164900"/>
                  </a:lnTo>
                  <a:cubicBezTo>
                    <a:pt x="8600" y="164900"/>
                    <a:pt x="0" y="156300"/>
                    <a:pt x="0" y="145700"/>
                  </a:cubicBezTo>
                  <a:lnTo>
                    <a:pt x="0" y="19200"/>
                  </a:lnTo>
                  <a:cubicBezTo>
                    <a:pt x="0" y="8600"/>
                    <a:pt x="8600" y="0"/>
                    <a:pt x="19200" y="0"/>
                  </a:cubicBezTo>
                  <a:lnTo>
                    <a:pt x="200700" y="0"/>
                  </a:lnTo>
                  <a:cubicBezTo>
                    <a:pt x="211300" y="0"/>
                    <a:pt x="219900" y="8600"/>
                    <a:pt x="219900" y="19200"/>
                  </a:cubicBezTo>
                  <a:lnTo>
                    <a:pt x="219900" y="145800"/>
                  </a:lnTo>
                  <a:cubicBezTo>
                    <a:pt x="219900" y="156300"/>
                    <a:pt x="211400" y="164900"/>
                    <a:pt x="200700" y="164900"/>
                  </a:cubicBezTo>
                  <a:close/>
                </a:path>
              </a:pathLst>
            </a:custGeom>
            <a:solidFill>
              <a:srgbClr val="78909C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2" name="asset-8-noto-emoji_u1f4f7-part-9"/>
            <p:cNvSpPr/>
            <p:nvPr/>
          </p:nvSpPr>
          <p:spPr>
            <a:xfrm>
              <a:off x="924200" y="387500"/>
              <a:ext cx="213300" cy="159700"/>
            </a:xfrm>
            <a:custGeom>
              <a:avLst/>
              <a:gdLst/>
              <a:ahLst/>
              <a:cxnLst/>
              <a:rect l="0" t="0" r="r" b="b"/>
              <a:pathLst>
                <a:path w="213300" h="159700">
                  <a:moveTo>
                    <a:pt x="0" y="140900"/>
                  </a:moveTo>
                  <a:lnTo>
                    <a:pt x="0" y="21300"/>
                  </a:lnTo>
                  <a:cubicBezTo>
                    <a:pt x="0" y="9500"/>
                    <a:pt x="9500" y="0"/>
                    <a:pt x="21300" y="0"/>
                  </a:cubicBezTo>
                  <a:lnTo>
                    <a:pt x="199200" y="0"/>
                  </a:lnTo>
                  <a:cubicBezTo>
                    <a:pt x="209200" y="0"/>
                    <a:pt x="213300" y="5500"/>
                    <a:pt x="213300" y="5500"/>
                  </a:cubicBezTo>
                  <a:lnTo>
                    <a:pt x="6900" y="159700"/>
                  </a:lnTo>
                  <a:cubicBezTo>
                    <a:pt x="6900" y="159700"/>
                    <a:pt x="0" y="155500"/>
                    <a:pt x="0" y="140900"/>
                  </a:cubicBezTo>
                  <a:close/>
                </a:path>
              </a:pathLst>
            </a:custGeom>
            <a:solidFill>
              <a:srgbClr val="757575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3" name="asset-8-noto-emoji_u1f4f7-part-10"/>
            <p:cNvSpPr/>
            <p:nvPr/>
          </p:nvSpPr>
          <p:spPr>
            <a:xfrm>
              <a:off x="964400" y="417600"/>
              <a:ext cx="139500" cy="104700"/>
            </a:xfrm>
            <a:custGeom>
              <a:avLst/>
              <a:gdLst/>
              <a:ahLst/>
              <a:cxnLst/>
              <a:rect l="0" t="0" r="r" b="b"/>
              <a:pathLst>
                <a:path w="139500" h="104700">
                  <a:moveTo>
                    <a:pt x="0" y="0"/>
                  </a:moveTo>
                  <a:lnTo>
                    <a:pt x="139500" y="0"/>
                  </a:lnTo>
                  <a:lnTo>
                    <a:pt x="139500" y="104700"/>
                  </a:lnTo>
                  <a:lnTo>
                    <a:pt x="0" y="104700"/>
                  </a:lnTo>
                  <a:close/>
                </a:path>
              </a:pathLst>
            </a:custGeom>
            <a:solidFill>
              <a:srgbClr val="212121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4" name="asset-8-noto-emoji_u1f4f7-part-11"/>
            <p:cNvSpPr/>
            <p:nvPr/>
          </p:nvSpPr>
          <p:spPr>
            <a:xfrm>
              <a:off x="40000" y="665800"/>
              <a:ext cx="82800" cy="492900"/>
            </a:xfrm>
            <a:custGeom>
              <a:avLst/>
              <a:gdLst/>
              <a:ahLst/>
              <a:cxnLst/>
              <a:rect l="0" t="0" r="r" b="b"/>
              <a:pathLst>
                <a:path w="82800" h="492900">
                  <a:moveTo>
                    <a:pt x="65800" y="492900"/>
                  </a:moveTo>
                  <a:lnTo>
                    <a:pt x="17000" y="492900"/>
                  </a:lnTo>
                  <a:cubicBezTo>
                    <a:pt x="7600" y="492900"/>
                    <a:pt x="0" y="485300"/>
                    <a:pt x="0" y="475900"/>
                  </a:cubicBezTo>
                  <a:lnTo>
                    <a:pt x="0" y="17000"/>
                  </a:lnTo>
                  <a:cubicBezTo>
                    <a:pt x="0" y="7600"/>
                    <a:pt x="7600" y="0"/>
                    <a:pt x="17000" y="0"/>
                  </a:cubicBezTo>
                  <a:lnTo>
                    <a:pt x="65800" y="0"/>
                  </a:lnTo>
                  <a:cubicBezTo>
                    <a:pt x="75200" y="0"/>
                    <a:pt x="82800" y="7600"/>
                    <a:pt x="82800" y="17000"/>
                  </a:cubicBezTo>
                  <a:lnTo>
                    <a:pt x="82800" y="475900"/>
                  </a:lnTo>
                  <a:cubicBezTo>
                    <a:pt x="82800" y="485300"/>
                    <a:pt x="75100" y="492900"/>
                    <a:pt x="65800" y="492900"/>
                  </a:cubicBezTo>
                  <a:close/>
                </a:path>
              </a:pathLst>
            </a:custGeom>
            <a:solidFill>
              <a:srgbClr val="616161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5" name="asset-8-noto-emoji_u1f4f7-part-12"/>
            <p:cNvSpPr/>
            <p:nvPr/>
          </p:nvSpPr>
          <p:spPr>
            <a:xfrm>
              <a:off x="1157000" y="665800"/>
              <a:ext cx="82800" cy="492900"/>
            </a:xfrm>
            <a:custGeom>
              <a:avLst/>
              <a:gdLst/>
              <a:ahLst/>
              <a:cxnLst/>
              <a:rect l="0" t="0" r="r" b="b"/>
              <a:pathLst>
                <a:path w="82800" h="492900">
                  <a:moveTo>
                    <a:pt x="65800" y="492900"/>
                  </a:moveTo>
                  <a:lnTo>
                    <a:pt x="17000" y="492900"/>
                  </a:lnTo>
                  <a:cubicBezTo>
                    <a:pt x="7600" y="492900"/>
                    <a:pt x="0" y="485300"/>
                    <a:pt x="0" y="475900"/>
                  </a:cubicBezTo>
                  <a:lnTo>
                    <a:pt x="0" y="17000"/>
                  </a:lnTo>
                  <a:cubicBezTo>
                    <a:pt x="0" y="7600"/>
                    <a:pt x="7600" y="0"/>
                    <a:pt x="17000" y="0"/>
                  </a:cubicBezTo>
                  <a:lnTo>
                    <a:pt x="65800" y="0"/>
                  </a:lnTo>
                  <a:cubicBezTo>
                    <a:pt x="75200" y="0"/>
                    <a:pt x="82800" y="7600"/>
                    <a:pt x="82800" y="17000"/>
                  </a:cubicBezTo>
                  <a:lnTo>
                    <a:pt x="82800" y="475900"/>
                  </a:lnTo>
                  <a:cubicBezTo>
                    <a:pt x="82800" y="485300"/>
                    <a:pt x="75200" y="492900"/>
                    <a:pt x="65800" y="492900"/>
                  </a:cubicBezTo>
                  <a:close/>
                </a:path>
              </a:pathLst>
            </a:custGeom>
            <a:solidFill>
              <a:srgbClr val="616161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6" name="asset-8-noto-emoji_u1f4f7-part-13"/>
            <p:cNvSpPr/>
            <p:nvPr/>
          </p:nvSpPr>
          <p:spPr>
            <a:xfrm>
              <a:off x="60400" y="1182000"/>
              <a:ext cx="40000" cy="44400"/>
            </a:xfrm>
            <a:custGeom>
              <a:avLst/>
              <a:gdLst/>
              <a:ahLst/>
              <a:cxnLst/>
              <a:rect l="0" t="0" r="r" b="b"/>
              <a:pathLst>
                <a:path w="40000" h="44400">
                  <a:moveTo>
                    <a:pt x="20000" y="44400"/>
                  </a:moveTo>
                  <a:lnTo>
                    <a:pt x="20000" y="44400"/>
                  </a:lnTo>
                  <a:cubicBezTo>
                    <a:pt x="9000" y="44400"/>
                    <a:pt x="0" y="35400"/>
                    <a:pt x="0" y="24400"/>
                  </a:cubicBezTo>
                  <a:lnTo>
                    <a:pt x="0" y="0"/>
                  </a:lnTo>
                  <a:lnTo>
                    <a:pt x="40000" y="0"/>
                  </a:lnTo>
                  <a:lnTo>
                    <a:pt x="40000" y="24400"/>
                  </a:lnTo>
                  <a:cubicBezTo>
                    <a:pt x="40000" y="35400"/>
                    <a:pt x="31100" y="44400"/>
                    <a:pt x="20000" y="44400"/>
                  </a:cubicBezTo>
                  <a:close/>
                </a:path>
              </a:pathLst>
            </a:custGeom>
            <a:solidFill>
              <a:srgbClr val="B9E4EA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7" name="asset-8-noto-emoji_u1f4f7-part-14"/>
            <p:cNvSpPr/>
            <p:nvPr/>
          </p:nvSpPr>
          <p:spPr>
            <a:xfrm>
              <a:off x="1178600" y="361200"/>
              <a:ext cx="40000" cy="224000"/>
            </a:xfrm>
            <a:custGeom>
              <a:avLst/>
              <a:gdLst/>
              <a:ahLst/>
              <a:cxnLst/>
              <a:rect l="0" t="0" r="r" b="b"/>
              <a:pathLst>
                <a:path w="40000" h="224000">
                  <a:moveTo>
                    <a:pt x="40000" y="224000"/>
                  </a:moveTo>
                  <a:lnTo>
                    <a:pt x="0" y="224000"/>
                  </a:lnTo>
                  <a:lnTo>
                    <a:pt x="0" y="20000"/>
                  </a:lnTo>
                  <a:cubicBezTo>
                    <a:pt x="0" y="9000"/>
                    <a:pt x="9000" y="0"/>
                    <a:pt x="20000" y="0"/>
                  </a:cubicBezTo>
                  <a:lnTo>
                    <a:pt x="20000" y="0"/>
                  </a:lnTo>
                  <a:cubicBezTo>
                    <a:pt x="31000" y="0"/>
                    <a:pt x="40000" y="9000"/>
                    <a:pt x="40000" y="20000"/>
                  </a:cubicBezTo>
                  <a:lnTo>
                    <a:pt x="40000" y="224000"/>
                  </a:lnTo>
                  <a:close/>
                </a:path>
              </a:pathLst>
            </a:custGeom>
            <a:solidFill>
              <a:srgbClr val="B9E4EA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8" name="asset-8-noto-emoji_u1f4f7-part-15"/>
            <p:cNvSpPr/>
            <p:nvPr/>
          </p:nvSpPr>
          <p:spPr>
            <a:xfrm>
              <a:off x="71600" y="361200"/>
              <a:ext cx="40000" cy="224000"/>
            </a:xfrm>
            <a:custGeom>
              <a:avLst/>
              <a:gdLst/>
              <a:ahLst/>
              <a:cxnLst/>
              <a:rect l="0" t="0" r="r" b="b"/>
              <a:pathLst>
                <a:path w="40000" h="224000">
                  <a:moveTo>
                    <a:pt x="40000" y="224000"/>
                  </a:moveTo>
                  <a:lnTo>
                    <a:pt x="0" y="224000"/>
                  </a:lnTo>
                  <a:lnTo>
                    <a:pt x="0" y="20000"/>
                  </a:lnTo>
                  <a:cubicBezTo>
                    <a:pt x="0" y="9000"/>
                    <a:pt x="9000" y="0"/>
                    <a:pt x="20000" y="0"/>
                  </a:cubicBezTo>
                  <a:lnTo>
                    <a:pt x="20000" y="0"/>
                  </a:lnTo>
                  <a:cubicBezTo>
                    <a:pt x="31000" y="0"/>
                    <a:pt x="40000" y="9000"/>
                    <a:pt x="40000" y="20000"/>
                  </a:cubicBezTo>
                  <a:lnTo>
                    <a:pt x="40000" y="224000"/>
                  </a:lnTo>
                  <a:close/>
                </a:path>
              </a:pathLst>
            </a:custGeom>
            <a:solidFill>
              <a:srgbClr val="B9E4EA"/>
            </a:solidFill>
            <a:ln w="13767" cap="flat">
              <a:noFill/>
              <a:prstDash val="solid"/>
              <a:miter/>
            </a:ln>
          </p:spPr>
        </p:sp>
        <p:sp>
          <p:nvSpPr>
            <p:cNvPr id="39" name="asset-8-noto-emoji_u1f4f7-part-16"/>
            <p:cNvSpPr/>
            <p:nvPr/>
          </p:nvSpPr>
          <p:spPr>
            <a:xfrm>
              <a:off x="1178600" y="1182000"/>
              <a:ext cx="40000" cy="44400"/>
            </a:xfrm>
            <a:custGeom>
              <a:avLst/>
              <a:gdLst/>
              <a:ahLst/>
              <a:cxnLst/>
              <a:rect l="0" t="0" r="r" b="b"/>
              <a:pathLst>
                <a:path w="40000" h="44400">
                  <a:moveTo>
                    <a:pt x="20000" y="44400"/>
                  </a:moveTo>
                  <a:lnTo>
                    <a:pt x="20000" y="44400"/>
                  </a:lnTo>
                  <a:cubicBezTo>
                    <a:pt x="9000" y="44400"/>
                    <a:pt x="0" y="35400"/>
                    <a:pt x="0" y="24400"/>
                  </a:cubicBezTo>
                  <a:lnTo>
                    <a:pt x="0" y="0"/>
                  </a:lnTo>
                  <a:lnTo>
                    <a:pt x="40000" y="0"/>
                  </a:lnTo>
                  <a:lnTo>
                    <a:pt x="40000" y="24400"/>
                  </a:lnTo>
                  <a:cubicBezTo>
                    <a:pt x="40000" y="35400"/>
                    <a:pt x="31100" y="44400"/>
                    <a:pt x="20000" y="44400"/>
                  </a:cubicBezTo>
                  <a:close/>
                </a:path>
              </a:pathLst>
            </a:custGeom>
            <a:solidFill>
              <a:srgbClr val="B9E4EA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0" name="asset-8-noto-emoji_u1f4f7-part-17"/>
            <p:cNvSpPr/>
            <p:nvPr/>
          </p:nvSpPr>
          <p:spPr>
            <a:xfrm>
              <a:off x="603700" y="392500"/>
              <a:ext cx="240400" cy="111700"/>
            </a:xfrm>
            <a:custGeom>
              <a:avLst/>
              <a:gdLst/>
              <a:ahLst/>
              <a:cxnLst/>
              <a:rect l="0" t="0" r="r" b="b"/>
              <a:pathLst>
                <a:path w="240400" h="111700">
                  <a:moveTo>
                    <a:pt x="4100" y="111700"/>
                  </a:moveTo>
                  <a:cubicBezTo>
                    <a:pt x="1900" y="111700"/>
                    <a:pt x="0" y="109900"/>
                    <a:pt x="0" y="107600"/>
                  </a:cubicBezTo>
                  <a:lnTo>
                    <a:pt x="0" y="4100"/>
                  </a:lnTo>
                  <a:cubicBezTo>
                    <a:pt x="0" y="1900"/>
                    <a:pt x="1800" y="0"/>
                    <a:pt x="4100" y="0"/>
                  </a:cubicBezTo>
                  <a:lnTo>
                    <a:pt x="236300" y="0"/>
                  </a:lnTo>
                  <a:cubicBezTo>
                    <a:pt x="238500" y="0"/>
                    <a:pt x="240400" y="1800"/>
                    <a:pt x="240400" y="4100"/>
                  </a:cubicBezTo>
                  <a:lnTo>
                    <a:pt x="240400" y="107600"/>
                  </a:lnTo>
                  <a:cubicBezTo>
                    <a:pt x="240400" y="109800"/>
                    <a:pt x="238600" y="111700"/>
                    <a:pt x="236300" y="111700"/>
                  </a:cubicBezTo>
                  <a:lnTo>
                    <a:pt x="4100" y="111700"/>
                  </a:lnTo>
                  <a:close/>
                </a:path>
              </a:pathLst>
            </a:custGeom>
            <a:solidFill>
              <a:srgbClr val="FCEBCD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1" name="asset-8-noto-emoji_u1f4f7-part-18"/>
            <p:cNvSpPr/>
            <p:nvPr/>
          </p:nvSpPr>
          <p:spPr>
            <a:xfrm>
              <a:off x="598700" y="387500"/>
              <a:ext cx="250400" cy="121700"/>
            </a:xfrm>
            <a:custGeom>
              <a:avLst/>
              <a:gdLst/>
              <a:ahLst/>
              <a:cxnLst/>
              <a:rect l="0" t="0" r="r" b="b"/>
              <a:pathLst>
                <a:path w="250400" h="121700">
                  <a:moveTo>
                    <a:pt x="240300" y="10100"/>
                  </a:moveTo>
                  <a:lnTo>
                    <a:pt x="240300" y="111700"/>
                  </a:lnTo>
                  <a:lnTo>
                    <a:pt x="10100" y="111700"/>
                  </a:lnTo>
                  <a:lnTo>
                    <a:pt x="10100" y="10100"/>
                  </a:lnTo>
                  <a:lnTo>
                    <a:pt x="240300" y="10100"/>
                  </a:lnTo>
                  <a:moveTo>
                    <a:pt x="241300" y="0"/>
                  </a:moveTo>
                  <a:lnTo>
                    <a:pt x="9100" y="0"/>
                  </a:lnTo>
                  <a:cubicBezTo>
                    <a:pt x="4100" y="0"/>
                    <a:pt x="0" y="4100"/>
                    <a:pt x="0" y="9100"/>
                  </a:cubicBezTo>
                  <a:lnTo>
                    <a:pt x="0" y="112600"/>
                  </a:lnTo>
                  <a:cubicBezTo>
                    <a:pt x="0" y="117600"/>
                    <a:pt x="4100" y="121700"/>
                    <a:pt x="9100" y="121700"/>
                  </a:cubicBezTo>
                  <a:lnTo>
                    <a:pt x="241300" y="121700"/>
                  </a:lnTo>
                  <a:cubicBezTo>
                    <a:pt x="246300" y="121700"/>
                    <a:pt x="250400" y="117600"/>
                    <a:pt x="250400" y="112600"/>
                  </a:cubicBezTo>
                  <a:lnTo>
                    <a:pt x="250400" y="9100"/>
                  </a:lnTo>
                  <a:cubicBezTo>
                    <a:pt x="250400" y="4100"/>
                    <a:pt x="246400" y="0"/>
                    <a:pt x="241300" y="0"/>
                  </a:cubicBezTo>
                  <a:lnTo>
                    <a:pt x="241300" y="0"/>
                  </a:lnTo>
                  <a:close/>
                </a:path>
              </a:pathLst>
            </a:custGeom>
            <a:solidFill>
              <a:srgbClr val="78909C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2" name="asset-8-noto-emoji_u1f4f7-part-19"/>
            <p:cNvSpPr/>
            <p:nvPr/>
          </p:nvSpPr>
          <p:spPr>
            <a:xfrm>
              <a:off x="631600" y="411900"/>
              <a:ext cx="27600" cy="73000"/>
            </a:xfrm>
            <a:custGeom>
              <a:avLst/>
              <a:gdLst/>
              <a:ahLst/>
              <a:cxnLst/>
              <a:rect l="0" t="0" r="r" b="b"/>
              <a:pathLst>
                <a:path w="27600" h="73000">
                  <a:moveTo>
                    <a:pt x="13800" y="73000"/>
                  </a:moveTo>
                  <a:lnTo>
                    <a:pt x="13800" y="73000"/>
                  </a:lnTo>
                  <a:cubicBezTo>
                    <a:pt x="6200" y="73000"/>
                    <a:pt x="0" y="66800"/>
                    <a:pt x="0" y="59200"/>
                  </a:cubicBezTo>
                  <a:lnTo>
                    <a:pt x="0" y="13800"/>
                  </a:lnTo>
                  <a:cubicBezTo>
                    <a:pt x="0" y="6200"/>
                    <a:pt x="6200" y="0"/>
                    <a:pt x="13800" y="0"/>
                  </a:cubicBezTo>
                  <a:lnTo>
                    <a:pt x="13800" y="0"/>
                  </a:lnTo>
                  <a:cubicBezTo>
                    <a:pt x="21400" y="0"/>
                    <a:pt x="27600" y="6200"/>
                    <a:pt x="27600" y="13800"/>
                  </a:cubicBezTo>
                  <a:lnTo>
                    <a:pt x="27600" y="59200"/>
                  </a:lnTo>
                  <a:cubicBezTo>
                    <a:pt x="27600" y="66800"/>
                    <a:pt x="21400" y="73000"/>
                    <a:pt x="13800" y="73000"/>
                  </a:cubicBezTo>
                  <a:close/>
                </a:path>
              </a:pathLst>
            </a:custGeom>
            <a:solidFill>
              <a:srgbClr val="FFFF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3" name="asset-8-noto-emoji_u1f4f7-part-20"/>
            <p:cNvSpPr/>
            <p:nvPr/>
          </p:nvSpPr>
          <p:spPr>
            <a:xfrm>
              <a:off x="674000" y="411900"/>
              <a:ext cx="21000" cy="73000"/>
            </a:xfrm>
            <a:custGeom>
              <a:avLst/>
              <a:gdLst/>
              <a:ahLst/>
              <a:cxnLst/>
              <a:rect l="0" t="0" r="r" b="b"/>
              <a:pathLst>
                <a:path w="21000" h="73000">
                  <a:moveTo>
                    <a:pt x="10500" y="73000"/>
                  </a:moveTo>
                  <a:lnTo>
                    <a:pt x="10500" y="73000"/>
                  </a:lnTo>
                  <a:cubicBezTo>
                    <a:pt x="4700" y="73000"/>
                    <a:pt x="0" y="68300"/>
                    <a:pt x="0" y="62500"/>
                  </a:cubicBezTo>
                  <a:lnTo>
                    <a:pt x="0" y="10500"/>
                  </a:lnTo>
                  <a:cubicBezTo>
                    <a:pt x="0" y="4700"/>
                    <a:pt x="4700" y="0"/>
                    <a:pt x="10500" y="0"/>
                  </a:cubicBezTo>
                  <a:lnTo>
                    <a:pt x="10500" y="0"/>
                  </a:lnTo>
                  <a:cubicBezTo>
                    <a:pt x="16300" y="0"/>
                    <a:pt x="21000" y="4700"/>
                    <a:pt x="21000" y="10500"/>
                  </a:cubicBezTo>
                  <a:lnTo>
                    <a:pt x="21000" y="62500"/>
                  </a:lnTo>
                  <a:cubicBezTo>
                    <a:pt x="21000" y="68300"/>
                    <a:pt x="16300" y="73000"/>
                    <a:pt x="10500" y="73000"/>
                  </a:cubicBezTo>
                  <a:close/>
                </a:path>
              </a:pathLst>
            </a:custGeom>
            <a:solidFill>
              <a:srgbClr val="FFFF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4" name="asset-8-noto-emoji_u1f4f7-part-21"/>
            <p:cNvSpPr/>
            <p:nvPr/>
          </p:nvSpPr>
          <p:spPr>
            <a:xfrm>
              <a:off x="711200" y="412000"/>
              <a:ext cx="15400" cy="72900"/>
            </a:xfrm>
            <a:custGeom>
              <a:avLst/>
              <a:gdLst/>
              <a:ahLst/>
              <a:cxnLst/>
              <a:rect l="0" t="0" r="r" b="b"/>
              <a:pathLst>
                <a:path w="15400" h="72900">
                  <a:moveTo>
                    <a:pt x="7700" y="72900"/>
                  </a:moveTo>
                  <a:lnTo>
                    <a:pt x="7700" y="72900"/>
                  </a:lnTo>
                  <a:cubicBezTo>
                    <a:pt x="3400" y="72900"/>
                    <a:pt x="0" y="69400"/>
                    <a:pt x="0" y="65200"/>
                  </a:cubicBezTo>
                  <a:lnTo>
                    <a:pt x="0" y="7700"/>
                  </a:lnTo>
                  <a:cubicBezTo>
                    <a:pt x="0" y="3400"/>
                    <a:pt x="3500" y="0"/>
                    <a:pt x="7700" y="0"/>
                  </a:cubicBezTo>
                  <a:lnTo>
                    <a:pt x="7700" y="0"/>
                  </a:lnTo>
                  <a:cubicBezTo>
                    <a:pt x="12000" y="0"/>
                    <a:pt x="15400" y="3500"/>
                    <a:pt x="15400" y="7700"/>
                  </a:cubicBezTo>
                  <a:lnTo>
                    <a:pt x="15400" y="65200"/>
                  </a:lnTo>
                  <a:cubicBezTo>
                    <a:pt x="15400" y="69400"/>
                    <a:pt x="12000" y="72900"/>
                    <a:pt x="7700" y="72900"/>
                  </a:cubicBezTo>
                  <a:close/>
                </a:path>
              </a:pathLst>
            </a:custGeom>
            <a:solidFill>
              <a:srgbClr val="FFFFFF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5" name="asset-8-noto-emoji_u1f4f7-part-22"/>
            <p:cNvSpPr/>
            <p:nvPr/>
          </p:nvSpPr>
          <p:spPr>
            <a:xfrm>
              <a:off x="396000" y="555200"/>
              <a:ext cx="655800" cy="655800"/>
            </a:xfrm>
            <a:custGeom>
              <a:avLst/>
              <a:gdLst/>
              <a:ahLst/>
              <a:cxnLst/>
              <a:rect l="0" t="0" r="r" b="b"/>
              <a:pathLst>
                <a:path w="655800" h="655800">
                  <a:moveTo>
                    <a:pt x="655800" y="327900"/>
                  </a:moveTo>
                  <a:cubicBezTo>
                    <a:pt x="655800" y="334768"/>
                    <a:pt x="655584" y="341634"/>
                    <a:pt x="655153" y="348489"/>
                  </a:cubicBezTo>
                  <a:cubicBezTo>
                    <a:pt x="654722" y="355344"/>
                    <a:pt x="654075" y="362183"/>
                    <a:pt x="653214" y="368997"/>
                  </a:cubicBezTo>
                  <a:cubicBezTo>
                    <a:pt x="652354" y="375811"/>
                    <a:pt x="651279" y="382596"/>
                    <a:pt x="649992" y="389342"/>
                  </a:cubicBezTo>
                  <a:cubicBezTo>
                    <a:pt x="648705" y="396089"/>
                    <a:pt x="647206" y="402793"/>
                    <a:pt x="645498" y="409445"/>
                  </a:cubicBezTo>
                  <a:cubicBezTo>
                    <a:pt x="643790" y="416098"/>
                    <a:pt x="641874" y="422695"/>
                    <a:pt x="639751" y="429227"/>
                  </a:cubicBezTo>
                  <a:cubicBezTo>
                    <a:pt x="637629" y="435759"/>
                    <a:pt x="635302" y="442222"/>
                    <a:pt x="632774" y="448608"/>
                  </a:cubicBezTo>
                  <a:cubicBezTo>
                    <a:pt x="630245" y="454994"/>
                    <a:pt x="627517" y="461299"/>
                    <a:pt x="624593" y="467513"/>
                  </a:cubicBezTo>
                  <a:cubicBezTo>
                    <a:pt x="621669" y="473727"/>
                    <a:pt x="618550" y="479848"/>
                    <a:pt x="615241" y="485867"/>
                  </a:cubicBezTo>
                  <a:cubicBezTo>
                    <a:pt x="611932" y="491886"/>
                    <a:pt x="608435" y="497799"/>
                    <a:pt x="604755" y="503598"/>
                  </a:cubicBezTo>
                  <a:cubicBezTo>
                    <a:pt x="601075" y="509397"/>
                    <a:pt x="597214" y="515078"/>
                    <a:pt x="593177" y="520635"/>
                  </a:cubicBezTo>
                  <a:cubicBezTo>
                    <a:pt x="589140" y="526191"/>
                    <a:pt x="584929" y="531619"/>
                    <a:pt x="580551" y="536911"/>
                  </a:cubicBezTo>
                  <a:cubicBezTo>
                    <a:pt x="576173" y="542203"/>
                    <a:pt x="571630" y="547356"/>
                    <a:pt x="566929" y="552363"/>
                  </a:cubicBezTo>
                  <a:cubicBezTo>
                    <a:pt x="562227" y="557370"/>
                    <a:pt x="557370" y="562227"/>
                    <a:pt x="552363" y="566929"/>
                  </a:cubicBezTo>
                  <a:cubicBezTo>
                    <a:pt x="547356" y="571630"/>
                    <a:pt x="542203" y="576173"/>
                    <a:pt x="536911" y="580551"/>
                  </a:cubicBezTo>
                  <a:cubicBezTo>
                    <a:pt x="531619" y="584929"/>
                    <a:pt x="526191" y="589140"/>
                    <a:pt x="520635" y="593177"/>
                  </a:cubicBezTo>
                  <a:cubicBezTo>
                    <a:pt x="515078" y="597214"/>
                    <a:pt x="509397" y="601075"/>
                    <a:pt x="503598" y="604755"/>
                  </a:cubicBezTo>
                  <a:cubicBezTo>
                    <a:pt x="497799" y="608435"/>
                    <a:pt x="491886" y="611932"/>
                    <a:pt x="485867" y="615241"/>
                  </a:cubicBezTo>
                  <a:cubicBezTo>
                    <a:pt x="479848" y="618550"/>
                    <a:pt x="473727" y="621669"/>
                    <a:pt x="467513" y="624593"/>
                  </a:cubicBezTo>
                  <a:cubicBezTo>
                    <a:pt x="461299" y="627517"/>
                    <a:pt x="454994" y="630245"/>
                    <a:pt x="448608" y="632774"/>
                  </a:cubicBezTo>
                  <a:cubicBezTo>
                    <a:pt x="442222" y="635302"/>
                    <a:pt x="435759" y="637629"/>
                    <a:pt x="429227" y="639751"/>
                  </a:cubicBezTo>
                  <a:cubicBezTo>
                    <a:pt x="422695" y="641874"/>
                    <a:pt x="416098" y="643790"/>
                    <a:pt x="409445" y="645498"/>
                  </a:cubicBezTo>
                  <a:cubicBezTo>
                    <a:pt x="402793" y="647206"/>
                    <a:pt x="396089" y="648705"/>
                    <a:pt x="389342" y="649992"/>
                  </a:cubicBezTo>
                  <a:cubicBezTo>
                    <a:pt x="382596" y="651279"/>
                    <a:pt x="375811" y="652354"/>
                    <a:pt x="368997" y="653214"/>
                  </a:cubicBezTo>
                  <a:cubicBezTo>
                    <a:pt x="362183" y="654075"/>
                    <a:pt x="355344" y="654722"/>
                    <a:pt x="348489" y="655153"/>
                  </a:cubicBezTo>
                  <a:cubicBezTo>
                    <a:pt x="341634" y="655584"/>
                    <a:pt x="334768" y="655800"/>
                    <a:pt x="327900" y="655800"/>
                  </a:cubicBezTo>
                  <a:cubicBezTo>
                    <a:pt x="321032" y="655800"/>
                    <a:pt x="314166" y="655584"/>
                    <a:pt x="307311" y="655153"/>
                  </a:cubicBezTo>
                  <a:cubicBezTo>
                    <a:pt x="300456" y="654722"/>
                    <a:pt x="293617" y="654075"/>
                    <a:pt x="286803" y="653214"/>
                  </a:cubicBezTo>
                  <a:cubicBezTo>
                    <a:pt x="279989" y="652354"/>
                    <a:pt x="273204" y="651279"/>
                    <a:pt x="266458" y="649992"/>
                  </a:cubicBezTo>
                  <a:cubicBezTo>
                    <a:pt x="259711" y="648705"/>
                    <a:pt x="253007" y="647206"/>
                    <a:pt x="246355" y="645498"/>
                  </a:cubicBezTo>
                  <a:cubicBezTo>
                    <a:pt x="239702" y="643790"/>
                    <a:pt x="233105" y="641874"/>
                    <a:pt x="226573" y="639751"/>
                  </a:cubicBezTo>
                  <a:cubicBezTo>
                    <a:pt x="220041" y="637629"/>
                    <a:pt x="213578" y="635302"/>
                    <a:pt x="207192" y="632774"/>
                  </a:cubicBezTo>
                  <a:cubicBezTo>
                    <a:pt x="200806" y="630245"/>
                    <a:pt x="194501" y="627517"/>
                    <a:pt x="188287" y="624593"/>
                  </a:cubicBezTo>
                  <a:cubicBezTo>
                    <a:pt x="182073" y="621669"/>
                    <a:pt x="175952" y="618550"/>
                    <a:pt x="169933" y="615241"/>
                  </a:cubicBezTo>
                  <a:cubicBezTo>
                    <a:pt x="163914" y="611932"/>
                    <a:pt x="158001" y="608435"/>
                    <a:pt x="152202" y="604755"/>
                  </a:cubicBezTo>
                  <a:cubicBezTo>
                    <a:pt x="146403" y="601075"/>
                    <a:pt x="140722" y="597214"/>
                    <a:pt x="135165" y="593177"/>
                  </a:cubicBezTo>
                  <a:cubicBezTo>
                    <a:pt x="129609" y="589140"/>
                    <a:pt x="124181" y="584929"/>
                    <a:pt x="118889" y="580551"/>
                  </a:cubicBezTo>
                  <a:cubicBezTo>
                    <a:pt x="113597" y="576173"/>
                    <a:pt x="108444" y="571630"/>
                    <a:pt x="103437" y="566929"/>
                  </a:cubicBezTo>
                  <a:cubicBezTo>
                    <a:pt x="98430" y="562227"/>
                    <a:pt x="93573" y="557370"/>
                    <a:pt x="88871" y="552363"/>
                  </a:cubicBezTo>
                  <a:cubicBezTo>
                    <a:pt x="84170" y="547356"/>
                    <a:pt x="79627" y="542203"/>
                    <a:pt x="75249" y="536911"/>
                  </a:cubicBezTo>
                  <a:cubicBezTo>
                    <a:pt x="70871" y="531619"/>
                    <a:pt x="66660" y="526191"/>
                    <a:pt x="62623" y="520635"/>
                  </a:cubicBezTo>
                  <a:cubicBezTo>
                    <a:pt x="58586" y="515078"/>
                    <a:pt x="54725" y="509397"/>
                    <a:pt x="51045" y="503598"/>
                  </a:cubicBezTo>
                  <a:cubicBezTo>
                    <a:pt x="47365" y="497799"/>
                    <a:pt x="43868" y="491886"/>
                    <a:pt x="40559" y="485867"/>
                  </a:cubicBezTo>
                  <a:cubicBezTo>
                    <a:pt x="37250" y="479848"/>
                    <a:pt x="34131" y="473727"/>
                    <a:pt x="31207" y="467513"/>
                  </a:cubicBezTo>
                  <a:cubicBezTo>
                    <a:pt x="28283" y="461299"/>
                    <a:pt x="25555" y="454994"/>
                    <a:pt x="23026" y="448608"/>
                  </a:cubicBezTo>
                  <a:cubicBezTo>
                    <a:pt x="20498" y="442222"/>
                    <a:pt x="18171" y="435759"/>
                    <a:pt x="16049" y="429227"/>
                  </a:cubicBezTo>
                  <a:cubicBezTo>
                    <a:pt x="13926" y="422695"/>
                    <a:pt x="12010" y="416098"/>
                    <a:pt x="10302" y="409445"/>
                  </a:cubicBezTo>
                  <a:cubicBezTo>
                    <a:pt x="8594" y="402793"/>
                    <a:pt x="7095" y="396089"/>
                    <a:pt x="5808" y="389342"/>
                  </a:cubicBezTo>
                  <a:cubicBezTo>
                    <a:pt x="4521" y="382596"/>
                    <a:pt x="3446" y="375811"/>
                    <a:pt x="2586" y="368997"/>
                  </a:cubicBezTo>
                  <a:cubicBezTo>
                    <a:pt x="1725" y="362183"/>
                    <a:pt x="1078" y="355344"/>
                    <a:pt x="647" y="348489"/>
                  </a:cubicBezTo>
                  <a:cubicBezTo>
                    <a:pt x="216" y="341634"/>
                    <a:pt x="0" y="334768"/>
                    <a:pt x="0" y="327900"/>
                  </a:cubicBezTo>
                  <a:cubicBezTo>
                    <a:pt x="0" y="321032"/>
                    <a:pt x="216" y="314166"/>
                    <a:pt x="647" y="307311"/>
                  </a:cubicBezTo>
                  <a:cubicBezTo>
                    <a:pt x="1078" y="300456"/>
                    <a:pt x="1725" y="293617"/>
                    <a:pt x="2586" y="286803"/>
                  </a:cubicBezTo>
                  <a:cubicBezTo>
                    <a:pt x="3446" y="279989"/>
                    <a:pt x="4521" y="273204"/>
                    <a:pt x="5808" y="266458"/>
                  </a:cubicBezTo>
                  <a:cubicBezTo>
                    <a:pt x="7095" y="259711"/>
                    <a:pt x="8594" y="253007"/>
                    <a:pt x="10302" y="246355"/>
                  </a:cubicBezTo>
                  <a:cubicBezTo>
                    <a:pt x="12010" y="239702"/>
                    <a:pt x="13926" y="233105"/>
                    <a:pt x="16049" y="226573"/>
                  </a:cubicBezTo>
                  <a:cubicBezTo>
                    <a:pt x="18171" y="220041"/>
                    <a:pt x="20498" y="213578"/>
                    <a:pt x="23026" y="207192"/>
                  </a:cubicBezTo>
                  <a:cubicBezTo>
                    <a:pt x="25555" y="200806"/>
                    <a:pt x="28283" y="194501"/>
                    <a:pt x="31207" y="188287"/>
                  </a:cubicBezTo>
                  <a:cubicBezTo>
                    <a:pt x="34131" y="182073"/>
                    <a:pt x="37250" y="175952"/>
                    <a:pt x="40559" y="169933"/>
                  </a:cubicBezTo>
                  <a:cubicBezTo>
                    <a:pt x="43868" y="163914"/>
                    <a:pt x="47365" y="158001"/>
                    <a:pt x="51045" y="152202"/>
                  </a:cubicBezTo>
                  <a:cubicBezTo>
                    <a:pt x="54725" y="146403"/>
                    <a:pt x="58586" y="140722"/>
                    <a:pt x="62623" y="135165"/>
                  </a:cubicBezTo>
                  <a:cubicBezTo>
                    <a:pt x="66660" y="129609"/>
                    <a:pt x="70871" y="124181"/>
                    <a:pt x="75249" y="118889"/>
                  </a:cubicBezTo>
                  <a:cubicBezTo>
                    <a:pt x="79627" y="113597"/>
                    <a:pt x="84170" y="108444"/>
                    <a:pt x="88871" y="103437"/>
                  </a:cubicBezTo>
                  <a:cubicBezTo>
                    <a:pt x="93573" y="98430"/>
                    <a:pt x="98430" y="93573"/>
                    <a:pt x="103437" y="88871"/>
                  </a:cubicBezTo>
                  <a:cubicBezTo>
                    <a:pt x="108444" y="84170"/>
                    <a:pt x="113597" y="79627"/>
                    <a:pt x="118889" y="75249"/>
                  </a:cubicBezTo>
                  <a:cubicBezTo>
                    <a:pt x="124181" y="70871"/>
                    <a:pt x="129609" y="66660"/>
                    <a:pt x="135165" y="62623"/>
                  </a:cubicBezTo>
                  <a:cubicBezTo>
                    <a:pt x="140722" y="58586"/>
                    <a:pt x="146403" y="54725"/>
                    <a:pt x="152202" y="51045"/>
                  </a:cubicBezTo>
                  <a:cubicBezTo>
                    <a:pt x="158001" y="47365"/>
                    <a:pt x="163914" y="43868"/>
                    <a:pt x="169933" y="40559"/>
                  </a:cubicBezTo>
                  <a:cubicBezTo>
                    <a:pt x="175952" y="37250"/>
                    <a:pt x="182073" y="34131"/>
                    <a:pt x="188287" y="31207"/>
                  </a:cubicBezTo>
                  <a:cubicBezTo>
                    <a:pt x="194501" y="28283"/>
                    <a:pt x="200806" y="25555"/>
                    <a:pt x="207192" y="23026"/>
                  </a:cubicBezTo>
                  <a:cubicBezTo>
                    <a:pt x="213578" y="20498"/>
                    <a:pt x="220041" y="18171"/>
                    <a:pt x="226573" y="16049"/>
                  </a:cubicBezTo>
                  <a:cubicBezTo>
                    <a:pt x="233105" y="13926"/>
                    <a:pt x="239702" y="12010"/>
                    <a:pt x="246355" y="10302"/>
                  </a:cubicBezTo>
                  <a:cubicBezTo>
                    <a:pt x="253007" y="8594"/>
                    <a:pt x="259711" y="7095"/>
                    <a:pt x="266458" y="5808"/>
                  </a:cubicBezTo>
                  <a:cubicBezTo>
                    <a:pt x="273204" y="4521"/>
                    <a:pt x="279989" y="3446"/>
                    <a:pt x="286803" y="2586"/>
                  </a:cubicBezTo>
                  <a:cubicBezTo>
                    <a:pt x="293617" y="1725"/>
                    <a:pt x="300456" y="1078"/>
                    <a:pt x="307311" y="647"/>
                  </a:cubicBezTo>
                  <a:cubicBezTo>
                    <a:pt x="314166" y="216"/>
                    <a:pt x="321032" y="0"/>
                    <a:pt x="327900" y="0"/>
                  </a:cubicBezTo>
                  <a:cubicBezTo>
                    <a:pt x="334768" y="0"/>
                    <a:pt x="341634" y="216"/>
                    <a:pt x="348489" y="647"/>
                  </a:cubicBezTo>
                  <a:cubicBezTo>
                    <a:pt x="355344" y="1078"/>
                    <a:pt x="362183" y="1725"/>
                    <a:pt x="368997" y="2586"/>
                  </a:cubicBezTo>
                  <a:cubicBezTo>
                    <a:pt x="375811" y="3446"/>
                    <a:pt x="382596" y="4521"/>
                    <a:pt x="389342" y="5808"/>
                  </a:cubicBezTo>
                  <a:cubicBezTo>
                    <a:pt x="396089" y="7095"/>
                    <a:pt x="402793" y="8594"/>
                    <a:pt x="409445" y="10302"/>
                  </a:cubicBezTo>
                  <a:cubicBezTo>
                    <a:pt x="416098" y="12010"/>
                    <a:pt x="422695" y="13926"/>
                    <a:pt x="429227" y="16049"/>
                  </a:cubicBezTo>
                  <a:cubicBezTo>
                    <a:pt x="435759" y="18171"/>
                    <a:pt x="442222" y="20498"/>
                    <a:pt x="448608" y="23026"/>
                  </a:cubicBezTo>
                  <a:cubicBezTo>
                    <a:pt x="454994" y="25555"/>
                    <a:pt x="461299" y="28283"/>
                    <a:pt x="467513" y="31207"/>
                  </a:cubicBezTo>
                  <a:cubicBezTo>
                    <a:pt x="473727" y="34131"/>
                    <a:pt x="479848" y="37250"/>
                    <a:pt x="485867" y="40559"/>
                  </a:cubicBezTo>
                  <a:cubicBezTo>
                    <a:pt x="491886" y="43868"/>
                    <a:pt x="497799" y="47365"/>
                    <a:pt x="503598" y="51045"/>
                  </a:cubicBezTo>
                  <a:cubicBezTo>
                    <a:pt x="509397" y="54725"/>
                    <a:pt x="515078" y="58586"/>
                    <a:pt x="520635" y="62623"/>
                  </a:cubicBezTo>
                  <a:cubicBezTo>
                    <a:pt x="526191" y="66660"/>
                    <a:pt x="531619" y="70871"/>
                    <a:pt x="536911" y="75249"/>
                  </a:cubicBezTo>
                  <a:cubicBezTo>
                    <a:pt x="542203" y="79627"/>
                    <a:pt x="547356" y="84170"/>
                    <a:pt x="552363" y="88871"/>
                  </a:cubicBezTo>
                  <a:cubicBezTo>
                    <a:pt x="557370" y="93573"/>
                    <a:pt x="562227" y="98430"/>
                    <a:pt x="566929" y="103437"/>
                  </a:cubicBezTo>
                  <a:cubicBezTo>
                    <a:pt x="571630" y="108444"/>
                    <a:pt x="576173" y="113597"/>
                    <a:pt x="580551" y="118889"/>
                  </a:cubicBezTo>
                  <a:cubicBezTo>
                    <a:pt x="584929" y="124181"/>
                    <a:pt x="589140" y="129609"/>
                    <a:pt x="593177" y="135165"/>
                  </a:cubicBezTo>
                  <a:cubicBezTo>
                    <a:pt x="597214" y="140722"/>
                    <a:pt x="601075" y="146403"/>
                    <a:pt x="604755" y="152202"/>
                  </a:cubicBezTo>
                  <a:cubicBezTo>
                    <a:pt x="608435" y="158001"/>
                    <a:pt x="611932" y="163914"/>
                    <a:pt x="615241" y="169933"/>
                  </a:cubicBezTo>
                  <a:cubicBezTo>
                    <a:pt x="618550" y="175952"/>
                    <a:pt x="621669" y="182073"/>
                    <a:pt x="624593" y="188287"/>
                  </a:cubicBezTo>
                  <a:cubicBezTo>
                    <a:pt x="627517" y="194501"/>
                    <a:pt x="630245" y="200806"/>
                    <a:pt x="632774" y="207192"/>
                  </a:cubicBezTo>
                  <a:cubicBezTo>
                    <a:pt x="635302" y="213578"/>
                    <a:pt x="637629" y="220041"/>
                    <a:pt x="639751" y="226573"/>
                  </a:cubicBezTo>
                  <a:cubicBezTo>
                    <a:pt x="641874" y="233105"/>
                    <a:pt x="643790" y="239702"/>
                    <a:pt x="645498" y="246355"/>
                  </a:cubicBezTo>
                  <a:cubicBezTo>
                    <a:pt x="647206" y="253007"/>
                    <a:pt x="648705" y="259711"/>
                    <a:pt x="649992" y="266458"/>
                  </a:cubicBezTo>
                  <a:cubicBezTo>
                    <a:pt x="651279" y="273204"/>
                    <a:pt x="652354" y="279989"/>
                    <a:pt x="653214" y="286803"/>
                  </a:cubicBezTo>
                  <a:cubicBezTo>
                    <a:pt x="654075" y="293617"/>
                    <a:pt x="654722" y="300456"/>
                    <a:pt x="655153" y="307311"/>
                  </a:cubicBezTo>
                  <a:cubicBezTo>
                    <a:pt x="655584" y="314166"/>
                    <a:pt x="655800" y="321032"/>
                    <a:pt x="655800" y="327900"/>
                  </a:cubicBezTo>
                  <a:close/>
                </a:path>
              </a:pathLst>
            </a:custGeom>
            <a:solidFill>
              <a:srgbClr val="616161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6" name="asset-8-noto-emoji_u1f4f7-part-23"/>
            <p:cNvSpPr/>
            <p:nvPr/>
          </p:nvSpPr>
          <p:spPr>
            <a:xfrm>
              <a:off x="439200" y="598400"/>
              <a:ext cx="569400" cy="569400"/>
            </a:xfrm>
            <a:custGeom>
              <a:avLst/>
              <a:gdLst/>
              <a:ahLst/>
              <a:cxnLst/>
              <a:rect l="0" t="0" r="r" b="b"/>
              <a:pathLst>
                <a:path w="569400" h="569400">
                  <a:moveTo>
                    <a:pt x="569400" y="284700"/>
                  </a:moveTo>
                  <a:cubicBezTo>
                    <a:pt x="569400" y="290663"/>
                    <a:pt x="569213" y="296625"/>
                    <a:pt x="568838" y="302576"/>
                  </a:cubicBezTo>
                  <a:cubicBezTo>
                    <a:pt x="568464" y="308528"/>
                    <a:pt x="567902" y="314466"/>
                    <a:pt x="567155" y="320382"/>
                  </a:cubicBezTo>
                  <a:cubicBezTo>
                    <a:pt x="566408" y="326299"/>
                    <a:pt x="565475" y="332190"/>
                    <a:pt x="564357" y="338047"/>
                  </a:cubicBezTo>
                  <a:cubicBezTo>
                    <a:pt x="563240" y="343905"/>
                    <a:pt x="561939" y="349726"/>
                    <a:pt x="560456" y="355502"/>
                  </a:cubicBezTo>
                  <a:cubicBezTo>
                    <a:pt x="558973" y="361278"/>
                    <a:pt x="557309" y="367006"/>
                    <a:pt x="555466" y="372677"/>
                  </a:cubicBezTo>
                  <a:cubicBezTo>
                    <a:pt x="553623" y="378349"/>
                    <a:pt x="551603" y="383961"/>
                    <a:pt x="549407" y="389505"/>
                  </a:cubicBezTo>
                  <a:cubicBezTo>
                    <a:pt x="547212" y="395050"/>
                    <a:pt x="544843" y="400524"/>
                    <a:pt x="542304" y="405919"/>
                  </a:cubicBezTo>
                  <a:cubicBezTo>
                    <a:pt x="539765" y="411315"/>
                    <a:pt x="537057" y="416630"/>
                    <a:pt x="534185" y="421855"/>
                  </a:cubicBezTo>
                  <a:cubicBezTo>
                    <a:pt x="531312" y="427081"/>
                    <a:pt x="528275" y="432215"/>
                    <a:pt x="525080" y="437250"/>
                  </a:cubicBezTo>
                  <a:cubicBezTo>
                    <a:pt x="521885" y="442285"/>
                    <a:pt x="518532" y="447218"/>
                    <a:pt x="515027" y="452042"/>
                  </a:cubicBezTo>
                  <a:cubicBezTo>
                    <a:pt x="511522" y="456867"/>
                    <a:pt x="507866" y="461580"/>
                    <a:pt x="504065" y="466175"/>
                  </a:cubicBezTo>
                  <a:cubicBezTo>
                    <a:pt x="500264" y="470769"/>
                    <a:pt x="496319" y="475244"/>
                    <a:pt x="492237" y="479591"/>
                  </a:cubicBezTo>
                  <a:cubicBezTo>
                    <a:pt x="488155" y="483938"/>
                    <a:pt x="483938" y="488155"/>
                    <a:pt x="479591" y="492237"/>
                  </a:cubicBezTo>
                  <a:cubicBezTo>
                    <a:pt x="475244" y="496319"/>
                    <a:pt x="470769" y="500264"/>
                    <a:pt x="466175" y="504065"/>
                  </a:cubicBezTo>
                  <a:cubicBezTo>
                    <a:pt x="461580" y="507866"/>
                    <a:pt x="456867" y="511522"/>
                    <a:pt x="452042" y="515027"/>
                  </a:cubicBezTo>
                  <a:cubicBezTo>
                    <a:pt x="447218" y="518532"/>
                    <a:pt x="442285" y="521885"/>
                    <a:pt x="437250" y="525080"/>
                  </a:cubicBezTo>
                  <a:cubicBezTo>
                    <a:pt x="432215" y="528275"/>
                    <a:pt x="427081" y="531312"/>
                    <a:pt x="421855" y="534185"/>
                  </a:cubicBezTo>
                  <a:cubicBezTo>
                    <a:pt x="416630" y="537057"/>
                    <a:pt x="411315" y="539765"/>
                    <a:pt x="405919" y="542304"/>
                  </a:cubicBezTo>
                  <a:cubicBezTo>
                    <a:pt x="400524" y="544843"/>
                    <a:pt x="395050" y="547212"/>
                    <a:pt x="389505" y="549407"/>
                  </a:cubicBezTo>
                  <a:cubicBezTo>
                    <a:pt x="383961" y="551603"/>
                    <a:pt x="378349" y="553623"/>
                    <a:pt x="372677" y="555466"/>
                  </a:cubicBezTo>
                  <a:cubicBezTo>
                    <a:pt x="367006" y="557309"/>
                    <a:pt x="361278" y="558973"/>
                    <a:pt x="355502" y="560456"/>
                  </a:cubicBezTo>
                  <a:cubicBezTo>
                    <a:pt x="349726" y="561939"/>
                    <a:pt x="343905" y="563240"/>
                    <a:pt x="338047" y="564357"/>
                  </a:cubicBezTo>
                  <a:cubicBezTo>
                    <a:pt x="332190" y="565475"/>
                    <a:pt x="326299" y="566408"/>
                    <a:pt x="320382" y="567155"/>
                  </a:cubicBezTo>
                  <a:cubicBezTo>
                    <a:pt x="314466" y="567902"/>
                    <a:pt x="308528" y="568464"/>
                    <a:pt x="302576" y="568838"/>
                  </a:cubicBezTo>
                  <a:cubicBezTo>
                    <a:pt x="296625" y="569213"/>
                    <a:pt x="290663" y="569400"/>
                    <a:pt x="284700" y="569400"/>
                  </a:cubicBezTo>
                  <a:cubicBezTo>
                    <a:pt x="278737" y="569400"/>
                    <a:pt x="272775" y="569213"/>
                    <a:pt x="266824" y="568838"/>
                  </a:cubicBezTo>
                  <a:cubicBezTo>
                    <a:pt x="260872" y="568464"/>
                    <a:pt x="254934" y="567902"/>
                    <a:pt x="249018" y="567155"/>
                  </a:cubicBezTo>
                  <a:cubicBezTo>
                    <a:pt x="243101" y="566408"/>
                    <a:pt x="237210" y="565475"/>
                    <a:pt x="231353" y="564357"/>
                  </a:cubicBezTo>
                  <a:cubicBezTo>
                    <a:pt x="225495" y="563240"/>
                    <a:pt x="219674" y="561939"/>
                    <a:pt x="213898" y="560456"/>
                  </a:cubicBezTo>
                  <a:cubicBezTo>
                    <a:pt x="208122" y="558973"/>
                    <a:pt x="202394" y="557309"/>
                    <a:pt x="196723" y="555466"/>
                  </a:cubicBezTo>
                  <a:cubicBezTo>
                    <a:pt x="191051" y="553623"/>
                    <a:pt x="185439" y="551603"/>
                    <a:pt x="179895" y="549407"/>
                  </a:cubicBezTo>
                  <a:cubicBezTo>
                    <a:pt x="174350" y="547212"/>
                    <a:pt x="168876" y="544843"/>
                    <a:pt x="163481" y="542304"/>
                  </a:cubicBezTo>
                  <a:cubicBezTo>
                    <a:pt x="158085" y="539765"/>
                    <a:pt x="152770" y="537057"/>
                    <a:pt x="147545" y="534185"/>
                  </a:cubicBezTo>
                  <a:cubicBezTo>
                    <a:pt x="142319" y="531312"/>
                    <a:pt x="137185" y="528275"/>
                    <a:pt x="132150" y="525080"/>
                  </a:cubicBezTo>
                  <a:cubicBezTo>
                    <a:pt x="127115" y="521885"/>
                    <a:pt x="122182" y="518532"/>
                    <a:pt x="117358" y="515027"/>
                  </a:cubicBezTo>
                  <a:cubicBezTo>
                    <a:pt x="112533" y="511522"/>
                    <a:pt x="107820" y="507866"/>
                    <a:pt x="103225" y="504065"/>
                  </a:cubicBezTo>
                  <a:cubicBezTo>
                    <a:pt x="98631" y="500264"/>
                    <a:pt x="94156" y="496319"/>
                    <a:pt x="89809" y="492237"/>
                  </a:cubicBezTo>
                  <a:cubicBezTo>
                    <a:pt x="85462" y="488155"/>
                    <a:pt x="81245" y="483938"/>
                    <a:pt x="77163" y="479591"/>
                  </a:cubicBezTo>
                  <a:cubicBezTo>
                    <a:pt x="73081" y="475244"/>
                    <a:pt x="69136" y="470769"/>
                    <a:pt x="65335" y="466175"/>
                  </a:cubicBezTo>
                  <a:cubicBezTo>
                    <a:pt x="61534" y="461580"/>
                    <a:pt x="57878" y="456867"/>
                    <a:pt x="54373" y="452042"/>
                  </a:cubicBezTo>
                  <a:cubicBezTo>
                    <a:pt x="50868" y="447218"/>
                    <a:pt x="47515" y="442285"/>
                    <a:pt x="44320" y="437250"/>
                  </a:cubicBezTo>
                  <a:cubicBezTo>
                    <a:pt x="41125" y="432215"/>
                    <a:pt x="38088" y="427081"/>
                    <a:pt x="35215" y="421855"/>
                  </a:cubicBezTo>
                  <a:cubicBezTo>
                    <a:pt x="32343" y="416630"/>
                    <a:pt x="29635" y="411315"/>
                    <a:pt x="27096" y="405919"/>
                  </a:cubicBezTo>
                  <a:cubicBezTo>
                    <a:pt x="24557" y="400524"/>
                    <a:pt x="22188" y="395050"/>
                    <a:pt x="19993" y="389505"/>
                  </a:cubicBezTo>
                  <a:cubicBezTo>
                    <a:pt x="17797" y="383961"/>
                    <a:pt x="15777" y="378349"/>
                    <a:pt x="13934" y="372677"/>
                  </a:cubicBezTo>
                  <a:cubicBezTo>
                    <a:pt x="12091" y="367006"/>
                    <a:pt x="10427" y="361278"/>
                    <a:pt x="8944" y="355502"/>
                  </a:cubicBezTo>
                  <a:cubicBezTo>
                    <a:pt x="7461" y="349726"/>
                    <a:pt x="6160" y="343905"/>
                    <a:pt x="5043" y="338047"/>
                  </a:cubicBezTo>
                  <a:cubicBezTo>
                    <a:pt x="3925" y="332190"/>
                    <a:pt x="2992" y="326299"/>
                    <a:pt x="2245" y="320382"/>
                  </a:cubicBezTo>
                  <a:cubicBezTo>
                    <a:pt x="1498" y="314466"/>
                    <a:pt x="936" y="308528"/>
                    <a:pt x="562" y="302576"/>
                  </a:cubicBezTo>
                  <a:cubicBezTo>
                    <a:pt x="187" y="296625"/>
                    <a:pt x="0" y="290663"/>
                    <a:pt x="0" y="284700"/>
                  </a:cubicBezTo>
                  <a:cubicBezTo>
                    <a:pt x="0" y="278737"/>
                    <a:pt x="187" y="272775"/>
                    <a:pt x="562" y="266824"/>
                  </a:cubicBezTo>
                  <a:cubicBezTo>
                    <a:pt x="936" y="260872"/>
                    <a:pt x="1498" y="254934"/>
                    <a:pt x="2245" y="249018"/>
                  </a:cubicBezTo>
                  <a:cubicBezTo>
                    <a:pt x="2992" y="243101"/>
                    <a:pt x="3925" y="237210"/>
                    <a:pt x="5043" y="231353"/>
                  </a:cubicBezTo>
                  <a:cubicBezTo>
                    <a:pt x="6160" y="225495"/>
                    <a:pt x="7461" y="219674"/>
                    <a:pt x="8944" y="213898"/>
                  </a:cubicBezTo>
                  <a:cubicBezTo>
                    <a:pt x="10427" y="208122"/>
                    <a:pt x="12091" y="202394"/>
                    <a:pt x="13934" y="196723"/>
                  </a:cubicBezTo>
                  <a:cubicBezTo>
                    <a:pt x="15777" y="191051"/>
                    <a:pt x="17797" y="185439"/>
                    <a:pt x="19993" y="179895"/>
                  </a:cubicBezTo>
                  <a:cubicBezTo>
                    <a:pt x="22188" y="174350"/>
                    <a:pt x="24557" y="168876"/>
                    <a:pt x="27096" y="163481"/>
                  </a:cubicBezTo>
                  <a:cubicBezTo>
                    <a:pt x="29635" y="158085"/>
                    <a:pt x="32343" y="152770"/>
                    <a:pt x="35215" y="147545"/>
                  </a:cubicBezTo>
                  <a:cubicBezTo>
                    <a:pt x="38088" y="142319"/>
                    <a:pt x="41125" y="137185"/>
                    <a:pt x="44320" y="132150"/>
                  </a:cubicBezTo>
                  <a:cubicBezTo>
                    <a:pt x="47515" y="127115"/>
                    <a:pt x="50868" y="122182"/>
                    <a:pt x="54373" y="117358"/>
                  </a:cubicBezTo>
                  <a:cubicBezTo>
                    <a:pt x="57878" y="112533"/>
                    <a:pt x="61534" y="107820"/>
                    <a:pt x="65335" y="103225"/>
                  </a:cubicBezTo>
                  <a:cubicBezTo>
                    <a:pt x="69136" y="98631"/>
                    <a:pt x="73081" y="94156"/>
                    <a:pt x="77163" y="89809"/>
                  </a:cubicBezTo>
                  <a:cubicBezTo>
                    <a:pt x="81245" y="85462"/>
                    <a:pt x="85462" y="81245"/>
                    <a:pt x="89809" y="77163"/>
                  </a:cubicBezTo>
                  <a:cubicBezTo>
                    <a:pt x="94156" y="73081"/>
                    <a:pt x="98631" y="69136"/>
                    <a:pt x="103225" y="65335"/>
                  </a:cubicBezTo>
                  <a:cubicBezTo>
                    <a:pt x="107820" y="61534"/>
                    <a:pt x="112533" y="57878"/>
                    <a:pt x="117358" y="54373"/>
                  </a:cubicBezTo>
                  <a:cubicBezTo>
                    <a:pt x="122182" y="50868"/>
                    <a:pt x="127115" y="47515"/>
                    <a:pt x="132150" y="44320"/>
                  </a:cubicBezTo>
                  <a:cubicBezTo>
                    <a:pt x="137185" y="41125"/>
                    <a:pt x="142319" y="38088"/>
                    <a:pt x="147545" y="35215"/>
                  </a:cubicBezTo>
                  <a:cubicBezTo>
                    <a:pt x="152770" y="32343"/>
                    <a:pt x="158085" y="29635"/>
                    <a:pt x="163481" y="27096"/>
                  </a:cubicBezTo>
                  <a:cubicBezTo>
                    <a:pt x="168876" y="24557"/>
                    <a:pt x="174350" y="22188"/>
                    <a:pt x="179895" y="19993"/>
                  </a:cubicBezTo>
                  <a:cubicBezTo>
                    <a:pt x="185439" y="17797"/>
                    <a:pt x="191051" y="15777"/>
                    <a:pt x="196723" y="13934"/>
                  </a:cubicBezTo>
                  <a:cubicBezTo>
                    <a:pt x="202394" y="12091"/>
                    <a:pt x="208122" y="10427"/>
                    <a:pt x="213898" y="8944"/>
                  </a:cubicBezTo>
                  <a:cubicBezTo>
                    <a:pt x="219674" y="7461"/>
                    <a:pt x="225495" y="6160"/>
                    <a:pt x="231353" y="5043"/>
                  </a:cubicBezTo>
                  <a:cubicBezTo>
                    <a:pt x="237210" y="3925"/>
                    <a:pt x="243101" y="2992"/>
                    <a:pt x="249018" y="2245"/>
                  </a:cubicBezTo>
                  <a:cubicBezTo>
                    <a:pt x="254934" y="1498"/>
                    <a:pt x="260872" y="936"/>
                    <a:pt x="266824" y="562"/>
                  </a:cubicBezTo>
                  <a:cubicBezTo>
                    <a:pt x="272775" y="187"/>
                    <a:pt x="278737" y="0"/>
                    <a:pt x="284700" y="0"/>
                  </a:cubicBezTo>
                  <a:cubicBezTo>
                    <a:pt x="290663" y="0"/>
                    <a:pt x="296625" y="187"/>
                    <a:pt x="302576" y="562"/>
                  </a:cubicBezTo>
                  <a:cubicBezTo>
                    <a:pt x="308528" y="936"/>
                    <a:pt x="314466" y="1498"/>
                    <a:pt x="320382" y="2245"/>
                  </a:cubicBezTo>
                  <a:cubicBezTo>
                    <a:pt x="326299" y="2992"/>
                    <a:pt x="332190" y="3925"/>
                    <a:pt x="338047" y="5043"/>
                  </a:cubicBezTo>
                  <a:cubicBezTo>
                    <a:pt x="343905" y="6160"/>
                    <a:pt x="349726" y="7461"/>
                    <a:pt x="355502" y="8944"/>
                  </a:cubicBezTo>
                  <a:cubicBezTo>
                    <a:pt x="361278" y="10427"/>
                    <a:pt x="367006" y="12091"/>
                    <a:pt x="372677" y="13934"/>
                  </a:cubicBezTo>
                  <a:cubicBezTo>
                    <a:pt x="378349" y="15777"/>
                    <a:pt x="383961" y="17797"/>
                    <a:pt x="389505" y="19993"/>
                  </a:cubicBezTo>
                  <a:cubicBezTo>
                    <a:pt x="395050" y="22188"/>
                    <a:pt x="400524" y="24557"/>
                    <a:pt x="405919" y="27096"/>
                  </a:cubicBezTo>
                  <a:cubicBezTo>
                    <a:pt x="411315" y="29635"/>
                    <a:pt x="416630" y="32343"/>
                    <a:pt x="421855" y="35215"/>
                  </a:cubicBezTo>
                  <a:cubicBezTo>
                    <a:pt x="427081" y="38088"/>
                    <a:pt x="432215" y="41125"/>
                    <a:pt x="437250" y="44320"/>
                  </a:cubicBezTo>
                  <a:cubicBezTo>
                    <a:pt x="442285" y="47515"/>
                    <a:pt x="447218" y="50868"/>
                    <a:pt x="452042" y="54373"/>
                  </a:cubicBezTo>
                  <a:cubicBezTo>
                    <a:pt x="456867" y="57878"/>
                    <a:pt x="461580" y="61534"/>
                    <a:pt x="466175" y="65335"/>
                  </a:cubicBezTo>
                  <a:cubicBezTo>
                    <a:pt x="470769" y="69136"/>
                    <a:pt x="475244" y="73081"/>
                    <a:pt x="479591" y="77163"/>
                  </a:cubicBezTo>
                  <a:cubicBezTo>
                    <a:pt x="483938" y="81245"/>
                    <a:pt x="488155" y="85462"/>
                    <a:pt x="492237" y="89809"/>
                  </a:cubicBezTo>
                  <a:cubicBezTo>
                    <a:pt x="496319" y="94156"/>
                    <a:pt x="500264" y="98631"/>
                    <a:pt x="504065" y="103225"/>
                  </a:cubicBezTo>
                  <a:cubicBezTo>
                    <a:pt x="507866" y="107820"/>
                    <a:pt x="511522" y="112533"/>
                    <a:pt x="515027" y="117358"/>
                  </a:cubicBezTo>
                  <a:cubicBezTo>
                    <a:pt x="518532" y="122182"/>
                    <a:pt x="521885" y="127115"/>
                    <a:pt x="525080" y="132150"/>
                  </a:cubicBezTo>
                  <a:cubicBezTo>
                    <a:pt x="528275" y="137185"/>
                    <a:pt x="531312" y="142319"/>
                    <a:pt x="534185" y="147545"/>
                  </a:cubicBezTo>
                  <a:cubicBezTo>
                    <a:pt x="537057" y="152770"/>
                    <a:pt x="539765" y="158085"/>
                    <a:pt x="542304" y="163481"/>
                  </a:cubicBezTo>
                  <a:cubicBezTo>
                    <a:pt x="544843" y="168876"/>
                    <a:pt x="547212" y="174350"/>
                    <a:pt x="549407" y="179895"/>
                  </a:cubicBezTo>
                  <a:cubicBezTo>
                    <a:pt x="551603" y="185439"/>
                    <a:pt x="553623" y="191051"/>
                    <a:pt x="555466" y="196723"/>
                  </a:cubicBezTo>
                  <a:cubicBezTo>
                    <a:pt x="557309" y="202394"/>
                    <a:pt x="558973" y="208122"/>
                    <a:pt x="560456" y="213898"/>
                  </a:cubicBezTo>
                  <a:cubicBezTo>
                    <a:pt x="561939" y="219674"/>
                    <a:pt x="563240" y="225495"/>
                    <a:pt x="564357" y="231353"/>
                  </a:cubicBezTo>
                  <a:cubicBezTo>
                    <a:pt x="565475" y="237210"/>
                    <a:pt x="566408" y="243101"/>
                    <a:pt x="567155" y="249018"/>
                  </a:cubicBezTo>
                  <a:cubicBezTo>
                    <a:pt x="567902" y="254934"/>
                    <a:pt x="568464" y="260872"/>
                    <a:pt x="568838" y="266824"/>
                  </a:cubicBezTo>
                  <a:cubicBezTo>
                    <a:pt x="569213" y="272775"/>
                    <a:pt x="569400" y="278737"/>
                    <a:pt x="569400" y="284700"/>
                  </a:cubicBezTo>
                  <a:close/>
                </a:path>
              </a:pathLst>
            </a:custGeom>
            <a:solidFill>
              <a:srgbClr val="E0E0E0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7" name="asset-8-noto-emoji_u1f4f7-part-24"/>
            <p:cNvSpPr/>
            <p:nvPr/>
          </p:nvSpPr>
          <p:spPr>
            <a:xfrm>
              <a:off x="520600" y="679800"/>
              <a:ext cx="406600" cy="406600"/>
            </a:xfrm>
            <a:custGeom>
              <a:avLst/>
              <a:gdLst/>
              <a:ahLst/>
              <a:cxnLst/>
              <a:rect l="0" t="0" r="r" b="b"/>
              <a:pathLst>
                <a:path w="406600" h="406600">
                  <a:moveTo>
                    <a:pt x="406600" y="203300"/>
                  </a:moveTo>
                  <a:cubicBezTo>
                    <a:pt x="406600" y="207558"/>
                    <a:pt x="406466" y="211815"/>
                    <a:pt x="406199" y="216065"/>
                  </a:cubicBezTo>
                  <a:cubicBezTo>
                    <a:pt x="405931" y="220315"/>
                    <a:pt x="405531" y="224556"/>
                    <a:pt x="404997" y="228780"/>
                  </a:cubicBezTo>
                  <a:cubicBezTo>
                    <a:pt x="404463" y="233005"/>
                    <a:pt x="403797" y="237212"/>
                    <a:pt x="402999" y="241395"/>
                  </a:cubicBezTo>
                  <a:cubicBezTo>
                    <a:pt x="402201" y="245577"/>
                    <a:pt x="401272" y="249734"/>
                    <a:pt x="400213" y="253859"/>
                  </a:cubicBezTo>
                  <a:cubicBezTo>
                    <a:pt x="399154" y="257983"/>
                    <a:pt x="397966" y="262073"/>
                    <a:pt x="396650" y="266123"/>
                  </a:cubicBezTo>
                  <a:cubicBezTo>
                    <a:pt x="395334" y="270173"/>
                    <a:pt x="393891" y="274180"/>
                    <a:pt x="392324" y="278140"/>
                  </a:cubicBezTo>
                  <a:cubicBezTo>
                    <a:pt x="390756" y="282099"/>
                    <a:pt x="389064" y="286008"/>
                    <a:pt x="387251" y="289861"/>
                  </a:cubicBezTo>
                  <a:cubicBezTo>
                    <a:pt x="385438" y="293714"/>
                    <a:pt x="383505" y="297509"/>
                    <a:pt x="381453" y="301241"/>
                  </a:cubicBezTo>
                  <a:cubicBezTo>
                    <a:pt x="379402" y="304972"/>
                    <a:pt x="377234" y="308638"/>
                    <a:pt x="374952" y="312234"/>
                  </a:cubicBezTo>
                  <a:cubicBezTo>
                    <a:pt x="372670" y="315829"/>
                    <a:pt x="370276" y="319352"/>
                    <a:pt x="367773" y="322797"/>
                  </a:cubicBezTo>
                  <a:cubicBezTo>
                    <a:pt x="365270" y="326242"/>
                    <a:pt x="362660" y="329607"/>
                    <a:pt x="359945" y="332888"/>
                  </a:cubicBezTo>
                  <a:cubicBezTo>
                    <a:pt x="357231" y="336169"/>
                    <a:pt x="354414" y="339364"/>
                    <a:pt x="351499" y="342468"/>
                  </a:cubicBezTo>
                  <a:cubicBezTo>
                    <a:pt x="348584" y="345573"/>
                    <a:pt x="345573" y="348584"/>
                    <a:pt x="342468" y="351499"/>
                  </a:cubicBezTo>
                  <a:cubicBezTo>
                    <a:pt x="339364" y="354414"/>
                    <a:pt x="336169" y="357231"/>
                    <a:pt x="332888" y="359945"/>
                  </a:cubicBezTo>
                  <a:cubicBezTo>
                    <a:pt x="329607" y="362660"/>
                    <a:pt x="326242" y="365270"/>
                    <a:pt x="322797" y="367773"/>
                  </a:cubicBezTo>
                  <a:cubicBezTo>
                    <a:pt x="319352" y="370276"/>
                    <a:pt x="315829" y="372670"/>
                    <a:pt x="312234" y="374952"/>
                  </a:cubicBezTo>
                  <a:cubicBezTo>
                    <a:pt x="308638" y="377234"/>
                    <a:pt x="304972" y="379402"/>
                    <a:pt x="301241" y="381453"/>
                  </a:cubicBezTo>
                  <a:cubicBezTo>
                    <a:pt x="297509" y="383505"/>
                    <a:pt x="293714" y="385438"/>
                    <a:pt x="289861" y="387251"/>
                  </a:cubicBezTo>
                  <a:cubicBezTo>
                    <a:pt x="286008" y="389064"/>
                    <a:pt x="282099" y="390756"/>
                    <a:pt x="278140" y="392324"/>
                  </a:cubicBezTo>
                  <a:cubicBezTo>
                    <a:pt x="274180" y="393891"/>
                    <a:pt x="270173" y="395334"/>
                    <a:pt x="266123" y="396650"/>
                  </a:cubicBezTo>
                  <a:cubicBezTo>
                    <a:pt x="262073" y="397966"/>
                    <a:pt x="257983" y="399154"/>
                    <a:pt x="253859" y="400213"/>
                  </a:cubicBezTo>
                  <a:cubicBezTo>
                    <a:pt x="249734" y="401272"/>
                    <a:pt x="245577" y="402201"/>
                    <a:pt x="241395" y="402999"/>
                  </a:cubicBezTo>
                  <a:cubicBezTo>
                    <a:pt x="237212" y="403797"/>
                    <a:pt x="233005" y="404463"/>
                    <a:pt x="228780" y="404997"/>
                  </a:cubicBezTo>
                  <a:cubicBezTo>
                    <a:pt x="224556" y="405531"/>
                    <a:pt x="220315" y="405931"/>
                    <a:pt x="216065" y="406199"/>
                  </a:cubicBezTo>
                  <a:cubicBezTo>
                    <a:pt x="211815" y="406466"/>
                    <a:pt x="207558" y="406600"/>
                    <a:pt x="203300" y="406600"/>
                  </a:cubicBezTo>
                  <a:cubicBezTo>
                    <a:pt x="199042" y="406600"/>
                    <a:pt x="194785" y="406466"/>
                    <a:pt x="190535" y="406199"/>
                  </a:cubicBezTo>
                  <a:cubicBezTo>
                    <a:pt x="186285" y="405931"/>
                    <a:pt x="182044" y="405531"/>
                    <a:pt x="177820" y="404997"/>
                  </a:cubicBezTo>
                  <a:cubicBezTo>
                    <a:pt x="173595" y="404463"/>
                    <a:pt x="169388" y="403797"/>
                    <a:pt x="165205" y="402999"/>
                  </a:cubicBezTo>
                  <a:cubicBezTo>
                    <a:pt x="161023" y="402201"/>
                    <a:pt x="156866" y="401272"/>
                    <a:pt x="152741" y="400213"/>
                  </a:cubicBezTo>
                  <a:cubicBezTo>
                    <a:pt x="148617" y="399154"/>
                    <a:pt x="144527" y="397966"/>
                    <a:pt x="140477" y="396650"/>
                  </a:cubicBezTo>
                  <a:cubicBezTo>
                    <a:pt x="136427" y="395334"/>
                    <a:pt x="132420" y="393891"/>
                    <a:pt x="128460" y="392324"/>
                  </a:cubicBezTo>
                  <a:cubicBezTo>
                    <a:pt x="124501" y="390756"/>
                    <a:pt x="120592" y="389064"/>
                    <a:pt x="116739" y="387251"/>
                  </a:cubicBezTo>
                  <a:cubicBezTo>
                    <a:pt x="112886" y="385438"/>
                    <a:pt x="109091" y="383505"/>
                    <a:pt x="105359" y="381453"/>
                  </a:cubicBezTo>
                  <a:cubicBezTo>
                    <a:pt x="101628" y="379402"/>
                    <a:pt x="97962" y="377234"/>
                    <a:pt x="94366" y="374952"/>
                  </a:cubicBezTo>
                  <a:cubicBezTo>
                    <a:pt x="90771" y="372670"/>
                    <a:pt x="87248" y="370276"/>
                    <a:pt x="83803" y="367773"/>
                  </a:cubicBezTo>
                  <a:cubicBezTo>
                    <a:pt x="80358" y="365270"/>
                    <a:pt x="76993" y="362660"/>
                    <a:pt x="73712" y="359945"/>
                  </a:cubicBezTo>
                  <a:cubicBezTo>
                    <a:pt x="70431" y="357231"/>
                    <a:pt x="67236" y="354414"/>
                    <a:pt x="64132" y="351499"/>
                  </a:cubicBezTo>
                  <a:cubicBezTo>
                    <a:pt x="61027" y="348584"/>
                    <a:pt x="58016" y="345573"/>
                    <a:pt x="55101" y="342468"/>
                  </a:cubicBezTo>
                  <a:cubicBezTo>
                    <a:pt x="52186" y="339364"/>
                    <a:pt x="49369" y="336169"/>
                    <a:pt x="46655" y="332888"/>
                  </a:cubicBezTo>
                  <a:cubicBezTo>
                    <a:pt x="43940" y="329607"/>
                    <a:pt x="41330" y="326242"/>
                    <a:pt x="38827" y="322797"/>
                  </a:cubicBezTo>
                  <a:cubicBezTo>
                    <a:pt x="36324" y="319352"/>
                    <a:pt x="33930" y="315829"/>
                    <a:pt x="31648" y="312234"/>
                  </a:cubicBezTo>
                  <a:cubicBezTo>
                    <a:pt x="29366" y="308638"/>
                    <a:pt x="27198" y="304972"/>
                    <a:pt x="25147" y="301241"/>
                  </a:cubicBezTo>
                  <a:cubicBezTo>
                    <a:pt x="23095" y="297509"/>
                    <a:pt x="21162" y="293714"/>
                    <a:pt x="19349" y="289861"/>
                  </a:cubicBezTo>
                  <a:cubicBezTo>
                    <a:pt x="17536" y="286008"/>
                    <a:pt x="15844" y="282099"/>
                    <a:pt x="14276" y="278140"/>
                  </a:cubicBezTo>
                  <a:cubicBezTo>
                    <a:pt x="12709" y="274180"/>
                    <a:pt x="11266" y="270173"/>
                    <a:pt x="9950" y="266123"/>
                  </a:cubicBezTo>
                  <a:cubicBezTo>
                    <a:pt x="8634" y="262073"/>
                    <a:pt x="7446" y="257983"/>
                    <a:pt x="6387" y="253859"/>
                  </a:cubicBezTo>
                  <a:cubicBezTo>
                    <a:pt x="5328" y="249734"/>
                    <a:pt x="4399" y="245577"/>
                    <a:pt x="3601" y="241395"/>
                  </a:cubicBezTo>
                  <a:cubicBezTo>
                    <a:pt x="2803" y="237212"/>
                    <a:pt x="2137" y="233005"/>
                    <a:pt x="1603" y="228780"/>
                  </a:cubicBezTo>
                  <a:cubicBezTo>
                    <a:pt x="1069" y="224556"/>
                    <a:pt x="669" y="220315"/>
                    <a:pt x="401" y="216065"/>
                  </a:cubicBezTo>
                  <a:cubicBezTo>
                    <a:pt x="134" y="211815"/>
                    <a:pt x="0" y="207558"/>
                    <a:pt x="0" y="203300"/>
                  </a:cubicBezTo>
                  <a:cubicBezTo>
                    <a:pt x="0" y="199042"/>
                    <a:pt x="134" y="194785"/>
                    <a:pt x="401" y="190535"/>
                  </a:cubicBezTo>
                  <a:cubicBezTo>
                    <a:pt x="669" y="186285"/>
                    <a:pt x="1069" y="182044"/>
                    <a:pt x="1603" y="177820"/>
                  </a:cubicBezTo>
                  <a:cubicBezTo>
                    <a:pt x="2137" y="173595"/>
                    <a:pt x="2803" y="169388"/>
                    <a:pt x="3601" y="165205"/>
                  </a:cubicBezTo>
                  <a:cubicBezTo>
                    <a:pt x="4399" y="161023"/>
                    <a:pt x="5328" y="156866"/>
                    <a:pt x="6387" y="152741"/>
                  </a:cubicBezTo>
                  <a:cubicBezTo>
                    <a:pt x="7446" y="148617"/>
                    <a:pt x="8634" y="144527"/>
                    <a:pt x="9950" y="140477"/>
                  </a:cubicBezTo>
                  <a:cubicBezTo>
                    <a:pt x="11266" y="136427"/>
                    <a:pt x="12709" y="132420"/>
                    <a:pt x="14276" y="128460"/>
                  </a:cubicBezTo>
                  <a:cubicBezTo>
                    <a:pt x="15844" y="124501"/>
                    <a:pt x="17536" y="120592"/>
                    <a:pt x="19349" y="116739"/>
                  </a:cubicBezTo>
                  <a:cubicBezTo>
                    <a:pt x="21162" y="112886"/>
                    <a:pt x="23095" y="109091"/>
                    <a:pt x="25147" y="105359"/>
                  </a:cubicBezTo>
                  <a:cubicBezTo>
                    <a:pt x="27198" y="101628"/>
                    <a:pt x="29366" y="97962"/>
                    <a:pt x="31648" y="94366"/>
                  </a:cubicBezTo>
                  <a:cubicBezTo>
                    <a:pt x="33930" y="90771"/>
                    <a:pt x="36324" y="87248"/>
                    <a:pt x="38827" y="83803"/>
                  </a:cubicBezTo>
                  <a:cubicBezTo>
                    <a:pt x="41330" y="80358"/>
                    <a:pt x="43940" y="76993"/>
                    <a:pt x="46655" y="73712"/>
                  </a:cubicBezTo>
                  <a:cubicBezTo>
                    <a:pt x="49369" y="70431"/>
                    <a:pt x="52186" y="67236"/>
                    <a:pt x="55101" y="64132"/>
                  </a:cubicBezTo>
                  <a:cubicBezTo>
                    <a:pt x="58016" y="61027"/>
                    <a:pt x="61027" y="58016"/>
                    <a:pt x="64132" y="55101"/>
                  </a:cubicBezTo>
                  <a:cubicBezTo>
                    <a:pt x="67236" y="52186"/>
                    <a:pt x="70431" y="49369"/>
                    <a:pt x="73712" y="46655"/>
                  </a:cubicBezTo>
                  <a:cubicBezTo>
                    <a:pt x="76993" y="43940"/>
                    <a:pt x="80358" y="41330"/>
                    <a:pt x="83803" y="38827"/>
                  </a:cubicBezTo>
                  <a:cubicBezTo>
                    <a:pt x="87248" y="36324"/>
                    <a:pt x="90771" y="33930"/>
                    <a:pt x="94366" y="31648"/>
                  </a:cubicBezTo>
                  <a:cubicBezTo>
                    <a:pt x="97962" y="29366"/>
                    <a:pt x="101628" y="27198"/>
                    <a:pt x="105359" y="25147"/>
                  </a:cubicBezTo>
                  <a:cubicBezTo>
                    <a:pt x="109091" y="23095"/>
                    <a:pt x="112886" y="21162"/>
                    <a:pt x="116739" y="19349"/>
                  </a:cubicBezTo>
                  <a:cubicBezTo>
                    <a:pt x="120592" y="17536"/>
                    <a:pt x="124501" y="15844"/>
                    <a:pt x="128460" y="14276"/>
                  </a:cubicBezTo>
                  <a:cubicBezTo>
                    <a:pt x="132420" y="12709"/>
                    <a:pt x="136427" y="11266"/>
                    <a:pt x="140477" y="9950"/>
                  </a:cubicBezTo>
                  <a:cubicBezTo>
                    <a:pt x="144527" y="8634"/>
                    <a:pt x="148617" y="7446"/>
                    <a:pt x="152741" y="6387"/>
                  </a:cubicBezTo>
                  <a:cubicBezTo>
                    <a:pt x="156866" y="5328"/>
                    <a:pt x="161023" y="4399"/>
                    <a:pt x="165205" y="3601"/>
                  </a:cubicBezTo>
                  <a:cubicBezTo>
                    <a:pt x="169388" y="2803"/>
                    <a:pt x="173595" y="2137"/>
                    <a:pt x="177820" y="1603"/>
                  </a:cubicBezTo>
                  <a:cubicBezTo>
                    <a:pt x="182044" y="1069"/>
                    <a:pt x="186285" y="669"/>
                    <a:pt x="190535" y="401"/>
                  </a:cubicBezTo>
                  <a:cubicBezTo>
                    <a:pt x="194785" y="134"/>
                    <a:pt x="199042" y="0"/>
                    <a:pt x="203300" y="0"/>
                  </a:cubicBezTo>
                  <a:cubicBezTo>
                    <a:pt x="207558" y="0"/>
                    <a:pt x="211815" y="134"/>
                    <a:pt x="216065" y="401"/>
                  </a:cubicBezTo>
                  <a:cubicBezTo>
                    <a:pt x="220315" y="669"/>
                    <a:pt x="224556" y="1069"/>
                    <a:pt x="228780" y="1603"/>
                  </a:cubicBezTo>
                  <a:cubicBezTo>
                    <a:pt x="233005" y="2137"/>
                    <a:pt x="237212" y="2803"/>
                    <a:pt x="241395" y="3601"/>
                  </a:cubicBezTo>
                  <a:cubicBezTo>
                    <a:pt x="245577" y="4399"/>
                    <a:pt x="249734" y="5328"/>
                    <a:pt x="253859" y="6387"/>
                  </a:cubicBezTo>
                  <a:cubicBezTo>
                    <a:pt x="257983" y="7446"/>
                    <a:pt x="262073" y="8634"/>
                    <a:pt x="266123" y="9950"/>
                  </a:cubicBezTo>
                  <a:cubicBezTo>
                    <a:pt x="270173" y="11266"/>
                    <a:pt x="274180" y="12709"/>
                    <a:pt x="278140" y="14276"/>
                  </a:cubicBezTo>
                  <a:cubicBezTo>
                    <a:pt x="282099" y="15844"/>
                    <a:pt x="286008" y="17536"/>
                    <a:pt x="289861" y="19349"/>
                  </a:cubicBezTo>
                  <a:cubicBezTo>
                    <a:pt x="293714" y="21162"/>
                    <a:pt x="297509" y="23095"/>
                    <a:pt x="301241" y="25147"/>
                  </a:cubicBezTo>
                  <a:cubicBezTo>
                    <a:pt x="304972" y="27198"/>
                    <a:pt x="308638" y="29366"/>
                    <a:pt x="312234" y="31648"/>
                  </a:cubicBezTo>
                  <a:cubicBezTo>
                    <a:pt x="315829" y="33930"/>
                    <a:pt x="319352" y="36324"/>
                    <a:pt x="322797" y="38827"/>
                  </a:cubicBezTo>
                  <a:cubicBezTo>
                    <a:pt x="326242" y="41330"/>
                    <a:pt x="329607" y="43940"/>
                    <a:pt x="332888" y="46655"/>
                  </a:cubicBezTo>
                  <a:cubicBezTo>
                    <a:pt x="336169" y="49369"/>
                    <a:pt x="339364" y="52186"/>
                    <a:pt x="342468" y="55101"/>
                  </a:cubicBezTo>
                  <a:cubicBezTo>
                    <a:pt x="345573" y="58016"/>
                    <a:pt x="348584" y="61027"/>
                    <a:pt x="351499" y="64132"/>
                  </a:cubicBezTo>
                  <a:cubicBezTo>
                    <a:pt x="354414" y="67236"/>
                    <a:pt x="357231" y="70431"/>
                    <a:pt x="359945" y="73712"/>
                  </a:cubicBezTo>
                  <a:cubicBezTo>
                    <a:pt x="362660" y="76993"/>
                    <a:pt x="365270" y="80358"/>
                    <a:pt x="367773" y="83803"/>
                  </a:cubicBezTo>
                  <a:cubicBezTo>
                    <a:pt x="370276" y="87248"/>
                    <a:pt x="372670" y="90771"/>
                    <a:pt x="374952" y="94366"/>
                  </a:cubicBezTo>
                  <a:cubicBezTo>
                    <a:pt x="377234" y="97962"/>
                    <a:pt x="379402" y="101628"/>
                    <a:pt x="381453" y="105359"/>
                  </a:cubicBezTo>
                  <a:cubicBezTo>
                    <a:pt x="383505" y="109091"/>
                    <a:pt x="385438" y="112886"/>
                    <a:pt x="387251" y="116739"/>
                  </a:cubicBezTo>
                  <a:cubicBezTo>
                    <a:pt x="389064" y="120592"/>
                    <a:pt x="390756" y="124501"/>
                    <a:pt x="392324" y="128460"/>
                  </a:cubicBezTo>
                  <a:cubicBezTo>
                    <a:pt x="393891" y="132420"/>
                    <a:pt x="395334" y="136427"/>
                    <a:pt x="396650" y="140477"/>
                  </a:cubicBezTo>
                  <a:cubicBezTo>
                    <a:pt x="397966" y="144527"/>
                    <a:pt x="399154" y="148617"/>
                    <a:pt x="400213" y="152741"/>
                  </a:cubicBezTo>
                  <a:cubicBezTo>
                    <a:pt x="401272" y="156866"/>
                    <a:pt x="402201" y="161023"/>
                    <a:pt x="402999" y="165205"/>
                  </a:cubicBezTo>
                  <a:cubicBezTo>
                    <a:pt x="403797" y="169388"/>
                    <a:pt x="404463" y="173595"/>
                    <a:pt x="404997" y="177820"/>
                  </a:cubicBezTo>
                  <a:cubicBezTo>
                    <a:pt x="405531" y="182044"/>
                    <a:pt x="405931" y="186285"/>
                    <a:pt x="406199" y="190535"/>
                  </a:cubicBezTo>
                  <a:cubicBezTo>
                    <a:pt x="406466" y="194785"/>
                    <a:pt x="406600" y="199042"/>
                    <a:pt x="406600" y="203300"/>
                  </a:cubicBezTo>
                  <a:close/>
                </a:path>
              </a:pathLst>
            </a:custGeom>
            <a:solidFill>
              <a:srgbClr val="2F7889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8" name="asset-8-noto-emoji_u1f4f7-part-25"/>
            <p:cNvSpPr/>
            <p:nvPr/>
          </p:nvSpPr>
          <p:spPr>
            <a:xfrm>
              <a:off x="462300" y="621500"/>
              <a:ext cx="523200" cy="523200"/>
            </a:xfrm>
            <a:custGeom>
              <a:avLst/>
              <a:gdLst/>
              <a:ahLst/>
              <a:cxnLst/>
              <a:rect l="0" t="0" r="r" b="b"/>
              <a:pathLst>
                <a:path w="523200" h="523200">
                  <a:moveTo>
                    <a:pt x="523200" y="261600"/>
                  </a:moveTo>
                  <a:cubicBezTo>
                    <a:pt x="523200" y="267079"/>
                    <a:pt x="523028" y="272557"/>
                    <a:pt x="522684" y="278026"/>
                  </a:cubicBezTo>
                  <a:cubicBezTo>
                    <a:pt x="522340" y="283495"/>
                    <a:pt x="521824" y="288951"/>
                    <a:pt x="521137" y="294387"/>
                  </a:cubicBezTo>
                  <a:cubicBezTo>
                    <a:pt x="520450" y="299823"/>
                    <a:pt x="519593" y="305237"/>
                    <a:pt x="518566" y="310619"/>
                  </a:cubicBezTo>
                  <a:cubicBezTo>
                    <a:pt x="517540" y="316001"/>
                    <a:pt x="516344" y="321350"/>
                    <a:pt x="514981" y="326657"/>
                  </a:cubicBezTo>
                  <a:cubicBezTo>
                    <a:pt x="513619" y="331965"/>
                    <a:pt x="512090" y="337228"/>
                    <a:pt x="510396" y="342439"/>
                  </a:cubicBezTo>
                  <a:cubicBezTo>
                    <a:pt x="508703" y="347650"/>
                    <a:pt x="506847" y="352807"/>
                    <a:pt x="504830" y="357901"/>
                  </a:cubicBezTo>
                  <a:cubicBezTo>
                    <a:pt x="502812" y="362996"/>
                    <a:pt x="500636" y="368026"/>
                    <a:pt x="498303" y="372984"/>
                  </a:cubicBezTo>
                  <a:cubicBezTo>
                    <a:pt x="495970" y="377942"/>
                    <a:pt x="493482" y="382825"/>
                    <a:pt x="490842" y="387627"/>
                  </a:cubicBezTo>
                  <a:cubicBezTo>
                    <a:pt x="488202" y="392428"/>
                    <a:pt x="485412" y="397146"/>
                    <a:pt x="482476" y="401772"/>
                  </a:cubicBezTo>
                  <a:cubicBezTo>
                    <a:pt x="479540" y="406399"/>
                    <a:pt x="476460" y="410932"/>
                    <a:pt x="473239" y="415365"/>
                  </a:cubicBezTo>
                  <a:cubicBezTo>
                    <a:pt x="470018" y="419798"/>
                    <a:pt x="466659" y="424128"/>
                    <a:pt x="463166" y="428350"/>
                  </a:cubicBezTo>
                  <a:cubicBezTo>
                    <a:pt x="459674" y="432572"/>
                    <a:pt x="456049" y="436683"/>
                    <a:pt x="452298" y="440678"/>
                  </a:cubicBezTo>
                  <a:cubicBezTo>
                    <a:pt x="448547" y="444672"/>
                    <a:pt x="444672" y="448547"/>
                    <a:pt x="440678" y="452298"/>
                  </a:cubicBezTo>
                  <a:cubicBezTo>
                    <a:pt x="436683" y="456049"/>
                    <a:pt x="432572" y="459674"/>
                    <a:pt x="428350" y="463166"/>
                  </a:cubicBezTo>
                  <a:cubicBezTo>
                    <a:pt x="424128" y="466659"/>
                    <a:pt x="419798" y="470018"/>
                    <a:pt x="415365" y="473239"/>
                  </a:cubicBezTo>
                  <a:cubicBezTo>
                    <a:pt x="410932" y="476460"/>
                    <a:pt x="406399" y="479540"/>
                    <a:pt x="401772" y="482476"/>
                  </a:cubicBezTo>
                  <a:cubicBezTo>
                    <a:pt x="397146" y="485412"/>
                    <a:pt x="392428" y="488202"/>
                    <a:pt x="387627" y="490842"/>
                  </a:cubicBezTo>
                  <a:cubicBezTo>
                    <a:pt x="382825" y="493482"/>
                    <a:pt x="377942" y="495970"/>
                    <a:pt x="372984" y="498303"/>
                  </a:cubicBezTo>
                  <a:cubicBezTo>
                    <a:pt x="368026" y="500636"/>
                    <a:pt x="362996" y="502812"/>
                    <a:pt x="357901" y="504830"/>
                  </a:cubicBezTo>
                  <a:cubicBezTo>
                    <a:pt x="352807" y="506847"/>
                    <a:pt x="347650" y="508703"/>
                    <a:pt x="342439" y="510396"/>
                  </a:cubicBezTo>
                  <a:cubicBezTo>
                    <a:pt x="337228" y="512090"/>
                    <a:pt x="331965" y="513619"/>
                    <a:pt x="326657" y="514981"/>
                  </a:cubicBezTo>
                  <a:cubicBezTo>
                    <a:pt x="321350" y="516344"/>
                    <a:pt x="316001" y="517540"/>
                    <a:pt x="310619" y="518566"/>
                  </a:cubicBezTo>
                  <a:cubicBezTo>
                    <a:pt x="305237" y="519593"/>
                    <a:pt x="299823" y="520450"/>
                    <a:pt x="294387" y="521137"/>
                  </a:cubicBezTo>
                  <a:cubicBezTo>
                    <a:pt x="288951" y="521824"/>
                    <a:pt x="283495" y="522340"/>
                    <a:pt x="278026" y="522684"/>
                  </a:cubicBezTo>
                  <a:cubicBezTo>
                    <a:pt x="272557" y="523028"/>
                    <a:pt x="267079" y="523200"/>
                    <a:pt x="261600" y="523200"/>
                  </a:cubicBezTo>
                  <a:cubicBezTo>
                    <a:pt x="256121" y="523200"/>
                    <a:pt x="250643" y="523028"/>
                    <a:pt x="245174" y="522684"/>
                  </a:cubicBezTo>
                  <a:cubicBezTo>
                    <a:pt x="239705" y="522340"/>
                    <a:pt x="234249" y="521824"/>
                    <a:pt x="228813" y="521137"/>
                  </a:cubicBezTo>
                  <a:cubicBezTo>
                    <a:pt x="223377" y="520450"/>
                    <a:pt x="217963" y="519593"/>
                    <a:pt x="212581" y="518566"/>
                  </a:cubicBezTo>
                  <a:cubicBezTo>
                    <a:pt x="207199" y="517540"/>
                    <a:pt x="201850" y="516344"/>
                    <a:pt x="196543" y="514981"/>
                  </a:cubicBezTo>
                  <a:cubicBezTo>
                    <a:pt x="191235" y="513619"/>
                    <a:pt x="185972" y="512090"/>
                    <a:pt x="180761" y="510396"/>
                  </a:cubicBezTo>
                  <a:cubicBezTo>
                    <a:pt x="175550" y="508703"/>
                    <a:pt x="170393" y="506847"/>
                    <a:pt x="165299" y="504830"/>
                  </a:cubicBezTo>
                  <a:cubicBezTo>
                    <a:pt x="160204" y="502812"/>
                    <a:pt x="155174" y="500636"/>
                    <a:pt x="150216" y="498303"/>
                  </a:cubicBezTo>
                  <a:cubicBezTo>
                    <a:pt x="145258" y="495970"/>
                    <a:pt x="140375" y="493482"/>
                    <a:pt x="135573" y="490842"/>
                  </a:cubicBezTo>
                  <a:cubicBezTo>
                    <a:pt x="130772" y="488202"/>
                    <a:pt x="126054" y="485412"/>
                    <a:pt x="121428" y="482476"/>
                  </a:cubicBezTo>
                  <a:cubicBezTo>
                    <a:pt x="116801" y="479540"/>
                    <a:pt x="112268" y="476460"/>
                    <a:pt x="107835" y="473239"/>
                  </a:cubicBezTo>
                  <a:cubicBezTo>
                    <a:pt x="103402" y="470018"/>
                    <a:pt x="99072" y="466659"/>
                    <a:pt x="94850" y="463166"/>
                  </a:cubicBezTo>
                  <a:cubicBezTo>
                    <a:pt x="90628" y="459674"/>
                    <a:pt x="86517" y="456049"/>
                    <a:pt x="82522" y="452298"/>
                  </a:cubicBezTo>
                  <a:cubicBezTo>
                    <a:pt x="78528" y="448547"/>
                    <a:pt x="74653" y="444672"/>
                    <a:pt x="70902" y="440678"/>
                  </a:cubicBezTo>
                  <a:cubicBezTo>
                    <a:pt x="67151" y="436683"/>
                    <a:pt x="63526" y="432572"/>
                    <a:pt x="60034" y="428350"/>
                  </a:cubicBezTo>
                  <a:cubicBezTo>
                    <a:pt x="56541" y="424128"/>
                    <a:pt x="53182" y="419798"/>
                    <a:pt x="49961" y="415365"/>
                  </a:cubicBezTo>
                  <a:cubicBezTo>
                    <a:pt x="46740" y="410932"/>
                    <a:pt x="43660" y="406399"/>
                    <a:pt x="40724" y="401772"/>
                  </a:cubicBezTo>
                  <a:cubicBezTo>
                    <a:pt x="37788" y="397146"/>
                    <a:pt x="34998" y="392428"/>
                    <a:pt x="32358" y="387627"/>
                  </a:cubicBezTo>
                  <a:cubicBezTo>
                    <a:pt x="29718" y="382825"/>
                    <a:pt x="27230" y="377942"/>
                    <a:pt x="24897" y="372984"/>
                  </a:cubicBezTo>
                  <a:cubicBezTo>
                    <a:pt x="22564" y="368026"/>
                    <a:pt x="20388" y="362996"/>
                    <a:pt x="18370" y="357901"/>
                  </a:cubicBezTo>
                  <a:cubicBezTo>
                    <a:pt x="16353" y="352807"/>
                    <a:pt x="14497" y="347650"/>
                    <a:pt x="12804" y="342439"/>
                  </a:cubicBezTo>
                  <a:cubicBezTo>
                    <a:pt x="11110" y="337228"/>
                    <a:pt x="9581" y="331965"/>
                    <a:pt x="8219" y="326657"/>
                  </a:cubicBezTo>
                  <a:cubicBezTo>
                    <a:pt x="6856" y="321350"/>
                    <a:pt x="5660" y="316001"/>
                    <a:pt x="4634" y="310619"/>
                  </a:cubicBezTo>
                  <a:cubicBezTo>
                    <a:pt x="3607" y="305237"/>
                    <a:pt x="2750" y="299823"/>
                    <a:pt x="2063" y="294387"/>
                  </a:cubicBezTo>
                  <a:cubicBezTo>
                    <a:pt x="1376" y="288951"/>
                    <a:pt x="860" y="283495"/>
                    <a:pt x="516" y="278026"/>
                  </a:cubicBezTo>
                  <a:cubicBezTo>
                    <a:pt x="172" y="272557"/>
                    <a:pt x="0" y="267079"/>
                    <a:pt x="0" y="261600"/>
                  </a:cubicBezTo>
                  <a:cubicBezTo>
                    <a:pt x="0" y="256121"/>
                    <a:pt x="172" y="250643"/>
                    <a:pt x="516" y="245174"/>
                  </a:cubicBezTo>
                  <a:cubicBezTo>
                    <a:pt x="860" y="239705"/>
                    <a:pt x="1376" y="234249"/>
                    <a:pt x="2063" y="228813"/>
                  </a:cubicBezTo>
                  <a:cubicBezTo>
                    <a:pt x="2750" y="223377"/>
                    <a:pt x="3607" y="217963"/>
                    <a:pt x="4634" y="212581"/>
                  </a:cubicBezTo>
                  <a:cubicBezTo>
                    <a:pt x="5660" y="207199"/>
                    <a:pt x="6856" y="201850"/>
                    <a:pt x="8219" y="196543"/>
                  </a:cubicBezTo>
                  <a:cubicBezTo>
                    <a:pt x="9581" y="191235"/>
                    <a:pt x="11110" y="185972"/>
                    <a:pt x="12804" y="180761"/>
                  </a:cubicBezTo>
                  <a:cubicBezTo>
                    <a:pt x="14497" y="175550"/>
                    <a:pt x="16353" y="170393"/>
                    <a:pt x="18370" y="165299"/>
                  </a:cubicBezTo>
                  <a:cubicBezTo>
                    <a:pt x="20388" y="160204"/>
                    <a:pt x="22564" y="155174"/>
                    <a:pt x="24897" y="150216"/>
                  </a:cubicBezTo>
                  <a:cubicBezTo>
                    <a:pt x="27230" y="145258"/>
                    <a:pt x="29718" y="140375"/>
                    <a:pt x="32358" y="135573"/>
                  </a:cubicBezTo>
                  <a:cubicBezTo>
                    <a:pt x="34998" y="130772"/>
                    <a:pt x="37788" y="126054"/>
                    <a:pt x="40724" y="121428"/>
                  </a:cubicBezTo>
                  <a:cubicBezTo>
                    <a:pt x="43660" y="116801"/>
                    <a:pt x="46740" y="112268"/>
                    <a:pt x="49961" y="107835"/>
                  </a:cubicBezTo>
                  <a:cubicBezTo>
                    <a:pt x="53182" y="103402"/>
                    <a:pt x="56541" y="99072"/>
                    <a:pt x="60034" y="94850"/>
                  </a:cubicBezTo>
                  <a:cubicBezTo>
                    <a:pt x="63526" y="90628"/>
                    <a:pt x="67151" y="86517"/>
                    <a:pt x="70902" y="82522"/>
                  </a:cubicBezTo>
                  <a:cubicBezTo>
                    <a:pt x="74653" y="78528"/>
                    <a:pt x="78528" y="74653"/>
                    <a:pt x="82522" y="70902"/>
                  </a:cubicBezTo>
                  <a:cubicBezTo>
                    <a:pt x="86517" y="67151"/>
                    <a:pt x="90628" y="63526"/>
                    <a:pt x="94850" y="60034"/>
                  </a:cubicBezTo>
                  <a:cubicBezTo>
                    <a:pt x="99072" y="56541"/>
                    <a:pt x="103402" y="53182"/>
                    <a:pt x="107835" y="49961"/>
                  </a:cubicBezTo>
                  <a:cubicBezTo>
                    <a:pt x="112268" y="46740"/>
                    <a:pt x="116801" y="43660"/>
                    <a:pt x="121428" y="40724"/>
                  </a:cubicBezTo>
                  <a:cubicBezTo>
                    <a:pt x="126054" y="37788"/>
                    <a:pt x="130772" y="34998"/>
                    <a:pt x="135573" y="32358"/>
                  </a:cubicBezTo>
                  <a:cubicBezTo>
                    <a:pt x="140375" y="29718"/>
                    <a:pt x="145258" y="27230"/>
                    <a:pt x="150216" y="24897"/>
                  </a:cubicBezTo>
                  <a:cubicBezTo>
                    <a:pt x="155174" y="22564"/>
                    <a:pt x="160204" y="20388"/>
                    <a:pt x="165299" y="18370"/>
                  </a:cubicBezTo>
                  <a:cubicBezTo>
                    <a:pt x="170393" y="16353"/>
                    <a:pt x="175550" y="14497"/>
                    <a:pt x="180761" y="12804"/>
                  </a:cubicBezTo>
                  <a:cubicBezTo>
                    <a:pt x="185972" y="11110"/>
                    <a:pt x="191235" y="9581"/>
                    <a:pt x="196543" y="8219"/>
                  </a:cubicBezTo>
                  <a:cubicBezTo>
                    <a:pt x="201850" y="6856"/>
                    <a:pt x="207199" y="5660"/>
                    <a:pt x="212581" y="4634"/>
                  </a:cubicBezTo>
                  <a:cubicBezTo>
                    <a:pt x="217963" y="3607"/>
                    <a:pt x="223377" y="2750"/>
                    <a:pt x="228813" y="2063"/>
                  </a:cubicBezTo>
                  <a:cubicBezTo>
                    <a:pt x="234249" y="1376"/>
                    <a:pt x="239705" y="860"/>
                    <a:pt x="245174" y="516"/>
                  </a:cubicBezTo>
                  <a:cubicBezTo>
                    <a:pt x="250643" y="172"/>
                    <a:pt x="256121" y="0"/>
                    <a:pt x="261600" y="0"/>
                  </a:cubicBezTo>
                  <a:cubicBezTo>
                    <a:pt x="267079" y="0"/>
                    <a:pt x="272557" y="172"/>
                    <a:pt x="278026" y="516"/>
                  </a:cubicBezTo>
                  <a:cubicBezTo>
                    <a:pt x="283495" y="860"/>
                    <a:pt x="288951" y="1376"/>
                    <a:pt x="294387" y="2063"/>
                  </a:cubicBezTo>
                  <a:cubicBezTo>
                    <a:pt x="299823" y="2750"/>
                    <a:pt x="305237" y="3607"/>
                    <a:pt x="310619" y="4634"/>
                  </a:cubicBezTo>
                  <a:cubicBezTo>
                    <a:pt x="316001" y="5660"/>
                    <a:pt x="321350" y="6856"/>
                    <a:pt x="326657" y="8219"/>
                  </a:cubicBezTo>
                  <a:cubicBezTo>
                    <a:pt x="331965" y="9581"/>
                    <a:pt x="337228" y="11110"/>
                    <a:pt x="342439" y="12804"/>
                  </a:cubicBezTo>
                  <a:cubicBezTo>
                    <a:pt x="347650" y="14497"/>
                    <a:pt x="352807" y="16353"/>
                    <a:pt x="357901" y="18370"/>
                  </a:cubicBezTo>
                  <a:cubicBezTo>
                    <a:pt x="362996" y="20388"/>
                    <a:pt x="368026" y="22564"/>
                    <a:pt x="372984" y="24897"/>
                  </a:cubicBezTo>
                  <a:cubicBezTo>
                    <a:pt x="377942" y="27230"/>
                    <a:pt x="382825" y="29718"/>
                    <a:pt x="387627" y="32358"/>
                  </a:cubicBezTo>
                  <a:cubicBezTo>
                    <a:pt x="392428" y="34998"/>
                    <a:pt x="397146" y="37788"/>
                    <a:pt x="401772" y="40724"/>
                  </a:cubicBezTo>
                  <a:cubicBezTo>
                    <a:pt x="406399" y="43660"/>
                    <a:pt x="410932" y="46740"/>
                    <a:pt x="415365" y="49961"/>
                  </a:cubicBezTo>
                  <a:cubicBezTo>
                    <a:pt x="419798" y="53182"/>
                    <a:pt x="424128" y="56541"/>
                    <a:pt x="428350" y="60034"/>
                  </a:cubicBezTo>
                  <a:cubicBezTo>
                    <a:pt x="432572" y="63526"/>
                    <a:pt x="436683" y="67151"/>
                    <a:pt x="440678" y="70902"/>
                  </a:cubicBezTo>
                  <a:cubicBezTo>
                    <a:pt x="444672" y="74653"/>
                    <a:pt x="448547" y="78528"/>
                    <a:pt x="452298" y="82522"/>
                  </a:cubicBezTo>
                  <a:cubicBezTo>
                    <a:pt x="456049" y="86517"/>
                    <a:pt x="459674" y="90628"/>
                    <a:pt x="463166" y="94850"/>
                  </a:cubicBezTo>
                  <a:cubicBezTo>
                    <a:pt x="466659" y="99072"/>
                    <a:pt x="470018" y="103402"/>
                    <a:pt x="473239" y="107835"/>
                  </a:cubicBezTo>
                  <a:cubicBezTo>
                    <a:pt x="476460" y="112268"/>
                    <a:pt x="479540" y="116801"/>
                    <a:pt x="482476" y="121428"/>
                  </a:cubicBezTo>
                  <a:cubicBezTo>
                    <a:pt x="485412" y="126054"/>
                    <a:pt x="488202" y="130772"/>
                    <a:pt x="490842" y="135573"/>
                  </a:cubicBezTo>
                  <a:cubicBezTo>
                    <a:pt x="493482" y="140375"/>
                    <a:pt x="495970" y="145258"/>
                    <a:pt x="498303" y="150216"/>
                  </a:cubicBezTo>
                  <a:cubicBezTo>
                    <a:pt x="500636" y="155174"/>
                    <a:pt x="502812" y="160204"/>
                    <a:pt x="504830" y="165299"/>
                  </a:cubicBezTo>
                  <a:cubicBezTo>
                    <a:pt x="506847" y="170393"/>
                    <a:pt x="508703" y="175550"/>
                    <a:pt x="510396" y="180761"/>
                  </a:cubicBezTo>
                  <a:cubicBezTo>
                    <a:pt x="512090" y="185972"/>
                    <a:pt x="513619" y="191235"/>
                    <a:pt x="514981" y="196543"/>
                  </a:cubicBezTo>
                  <a:cubicBezTo>
                    <a:pt x="516344" y="201850"/>
                    <a:pt x="517540" y="207199"/>
                    <a:pt x="518566" y="212581"/>
                  </a:cubicBezTo>
                  <a:cubicBezTo>
                    <a:pt x="519593" y="217963"/>
                    <a:pt x="520450" y="223377"/>
                    <a:pt x="521137" y="228813"/>
                  </a:cubicBezTo>
                  <a:cubicBezTo>
                    <a:pt x="521824" y="234249"/>
                    <a:pt x="522340" y="239705"/>
                    <a:pt x="522684" y="245174"/>
                  </a:cubicBezTo>
                  <a:cubicBezTo>
                    <a:pt x="523028" y="250643"/>
                    <a:pt x="523200" y="256121"/>
                    <a:pt x="523200" y="261600"/>
                  </a:cubicBezTo>
                  <a:close/>
                </a:path>
              </a:pathLst>
            </a:custGeom>
            <a:solidFill>
              <a:srgbClr val="000000"/>
            </a:solidFill>
            <a:ln w="13767" cap="flat">
              <a:noFill/>
              <a:prstDash val="solid"/>
              <a:miter/>
            </a:ln>
          </p:spPr>
        </p:sp>
        <p:sp>
          <p:nvSpPr>
            <p:cNvPr id="49" name="asset-8-noto-emoji_u1f4f7-part-26"/>
            <p:cNvSpPr/>
            <p:nvPr/>
          </p:nvSpPr>
          <p:spPr>
            <a:xfrm>
              <a:off x="524500" y="683700"/>
              <a:ext cx="398800" cy="398800"/>
            </a:xfrm>
            <a:custGeom>
              <a:avLst/>
              <a:gdLst/>
              <a:ahLst/>
              <a:cxnLst/>
              <a:rect l="0" t="0" r="r" b="b"/>
              <a:pathLst>
                <a:path w="398800" h="398800">
                  <a:moveTo>
                    <a:pt x="398800" y="199400"/>
                  </a:moveTo>
                  <a:cubicBezTo>
                    <a:pt x="398800" y="203577"/>
                    <a:pt x="398669" y="207752"/>
                    <a:pt x="398407" y="211920"/>
                  </a:cubicBezTo>
                  <a:cubicBezTo>
                    <a:pt x="398144" y="216089"/>
                    <a:pt x="397751" y="220248"/>
                    <a:pt x="397228" y="224391"/>
                  </a:cubicBezTo>
                  <a:cubicBezTo>
                    <a:pt x="396704" y="228535"/>
                    <a:pt x="396051" y="232661"/>
                    <a:pt x="395268" y="236764"/>
                  </a:cubicBezTo>
                  <a:cubicBezTo>
                    <a:pt x="394485" y="240866"/>
                    <a:pt x="393574" y="244943"/>
                    <a:pt x="392535" y="248989"/>
                  </a:cubicBezTo>
                  <a:cubicBezTo>
                    <a:pt x="391497" y="253034"/>
                    <a:pt x="390331" y="257046"/>
                    <a:pt x="389041" y="261018"/>
                  </a:cubicBezTo>
                  <a:cubicBezTo>
                    <a:pt x="387750" y="264990"/>
                    <a:pt x="386335" y="268921"/>
                    <a:pt x="384797" y="272804"/>
                  </a:cubicBezTo>
                  <a:cubicBezTo>
                    <a:pt x="383260" y="276687"/>
                    <a:pt x="381601" y="280521"/>
                    <a:pt x="379823" y="284300"/>
                  </a:cubicBezTo>
                  <a:cubicBezTo>
                    <a:pt x="378044" y="288079"/>
                    <a:pt x="376148" y="291802"/>
                    <a:pt x="374136" y="295462"/>
                  </a:cubicBezTo>
                  <a:cubicBezTo>
                    <a:pt x="372123" y="299122"/>
                    <a:pt x="369997" y="302717"/>
                    <a:pt x="367759" y="306244"/>
                  </a:cubicBezTo>
                  <a:cubicBezTo>
                    <a:pt x="365521" y="309770"/>
                    <a:pt x="363173" y="313225"/>
                    <a:pt x="360718" y="316604"/>
                  </a:cubicBezTo>
                  <a:cubicBezTo>
                    <a:pt x="358263" y="319983"/>
                    <a:pt x="355703" y="323284"/>
                    <a:pt x="353040" y="326502"/>
                  </a:cubicBezTo>
                  <a:cubicBezTo>
                    <a:pt x="350378" y="329720"/>
                    <a:pt x="347615" y="332854"/>
                    <a:pt x="344756" y="335899"/>
                  </a:cubicBezTo>
                  <a:cubicBezTo>
                    <a:pt x="341897" y="338943"/>
                    <a:pt x="338943" y="341897"/>
                    <a:pt x="335899" y="344756"/>
                  </a:cubicBezTo>
                  <a:cubicBezTo>
                    <a:pt x="332854" y="347615"/>
                    <a:pt x="329720" y="350378"/>
                    <a:pt x="326502" y="353040"/>
                  </a:cubicBezTo>
                  <a:cubicBezTo>
                    <a:pt x="323284" y="355703"/>
                    <a:pt x="319983" y="358263"/>
                    <a:pt x="316604" y="360718"/>
                  </a:cubicBezTo>
                  <a:cubicBezTo>
                    <a:pt x="313225" y="363173"/>
                    <a:pt x="309770" y="365521"/>
                    <a:pt x="306244" y="367759"/>
                  </a:cubicBezTo>
                  <a:cubicBezTo>
                    <a:pt x="302717" y="369997"/>
                    <a:pt x="299122" y="372123"/>
                    <a:pt x="295462" y="374136"/>
                  </a:cubicBezTo>
                  <a:cubicBezTo>
                    <a:pt x="291802" y="376148"/>
                    <a:pt x="288079" y="378044"/>
                    <a:pt x="284300" y="379823"/>
                  </a:cubicBezTo>
                  <a:cubicBezTo>
                    <a:pt x="280521" y="381601"/>
                    <a:pt x="276687" y="383260"/>
                    <a:pt x="272804" y="384797"/>
                  </a:cubicBezTo>
                  <a:cubicBezTo>
                    <a:pt x="268921" y="386335"/>
                    <a:pt x="264990" y="387750"/>
                    <a:pt x="261018" y="389041"/>
                  </a:cubicBezTo>
                  <a:cubicBezTo>
                    <a:pt x="257046" y="390331"/>
                    <a:pt x="253034" y="391497"/>
                    <a:pt x="248989" y="392535"/>
                  </a:cubicBezTo>
                  <a:cubicBezTo>
                    <a:pt x="244943" y="393574"/>
                    <a:pt x="240866" y="394485"/>
                    <a:pt x="236764" y="395268"/>
                  </a:cubicBezTo>
                  <a:cubicBezTo>
                    <a:pt x="232661" y="396051"/>
                    <a:pt x="228535" y="396704"/>
                    <a:pt x="224391" y="397228"/>
                  </a:cubicBezTo>
                  <a:cubicBezTo>
                    <a:pt x="220248" y="397751"/>
                    <a:pt x="216089" y="398144"/>
                    <a:pt x="211920" y="398407"/>
                  </a:cubicBezTo>
                  <a:cubicBezTo>
                    <a:pt x="207752" y="398669"/>
                    <a:pt x="203577" y="398800"/>
                    <a:pt x="199400" y="398800"/>
                  </a:cubicBezTo>
                  <a:cubicBezTo>
                    <a:pt x="195223" y="398800"/>
                    <a:pt x="191048" y="398669"/>
                    <a:pt x="186880" y="398407"/>
                  </a:cubicBezTo>
                  <a:cubicBezTo>
                    <a:pt x="182711" y="398144"/>
                    <a:pt x="178552" y="397751"/>
                    <a:pt x="174409" y="397228"/>
                  </a:cubicBezTo>
                  <a:cubicBezTo>
                    <a:pt x="170265" y="396704"/>
                    <a:pt x="166139" y="396051"/>
                    <a:pt x="162036" y="395268"/>
                  </a:cubicBezTo>
                  <a:cubicBezTo>
                    <a:pt x="157934" y="394485"/>
                    <a:pt x="153857" y="393574"/>
                    <a:pt x="149811" y="392535"/>
                  </a:cubicBezTo>
                  <a:cubicBezTo>
                    <a:pt x="145766" y="391497"/>
                    <a:pt x="141754" y="390331"/>
                    <a:pt x="137782" y="389041"/>
                  </a:cubicBezTo>
                  <a:cubicBezTo>
                    <a:pt x="133810" y="387750"/>
                    <a:pt x="129879" y="386335"/>
                    <a:pt x="125996" y="384797"/>
                  </a:cubicBezTo>
                  <a:cubicBezTo>
                    <a:pt x="122113" y="383260"/>
                    <a:pt x="118279" y="381601"/>
                    <a:pt x="114500" y="379823"/>
                  </a:cubicBezTo>
                  <a:cubicBezTo>
                    <a:pt x="110721" y="378044"/>
                    <a:pt x="106998" y="376148"/>
                    <a:pt x="103338" y="374136"/>
                  </a:cubicBezTo>
                  <a:cubicBezTo>
                    <a:pt x="99678" y="372123"/>
                    <a:pt x="96083" y="369997"/>
                    <a:pt x="92556" y="367759"/>
                  </a:cubicBezTo>
                  <a:cubicBezTo>
                    <a:pt x="89030" y="365521"/>
                    <a:pt x="85575" y="363173"/>
                    <a:pt x="82196" y="360718"/>
                  </a:cubicBezTo>
                  <a:cubicBezTo>
                    <a:pt x="78817" y="358263"/>
                    <a:pt x="75516" y="355703"/>
                    <a:pt x="72298" y="353040"/>
                  </a:cubicBezTo>
                  <a:cubicBezTo>
                    <a:pt x="69080" y="350378"/>
                    <a:pt x="65946" y="347615"/>
                    <a:pt x="62901" y="344756"/>
                  </a:cubicBezTo>
                  <a:cubicBezTo>
                    <a:pt x="59857" y="341897"/>
                    <a:pt x="56903" y="338943"/>
                    <a:pt x="54044" y="335899"/>
                  </a:cubicBezTo>
                  <a:cubicBezTo>
                    <a:pt x="51185" y="332854"/>
                    <a:pt x="48422" y="329720"/>
                    <a:pt x="45760" y="326502"/>
                  </a:cubicBezTo>
                  <a:cubicBezTo>
                    <a:pt x="43097" y="323284"/>
                    <a:pt x="40537" y="319983"/>
                    <a:pt x="38082" y="316604"/>
                  </a:cubicBezTo>
                  <a:cubicBezTo>
                    <a:pt x="35627" y="313225"/>
                    <a:pt x="33279" y="309770"/>
                    <a:pt x="31041" y="306244"/>
                  </a:cubicBezTo>
                  <a:cubicBezTo>
                    <a:pt x="28803" y="302717"/>
                    <a:pt x="26677" y="299122"/>
                    <a:pt x="24664" y="295462"/>
                  </a:cubicBezTo>
                  <a:cubicBezTo>
                    <a:pt x="22652" y="291802"/>
                    <a:pt x="20756" y="288079"/>
                    <a:pt x="18977" y="284300"/>
                  </a:cubicBezTo>
                  <a:cubicBezTo>
                    <a:pt x="17199" y="280521"/>
                    <a:pt x="15540" y="276687"/>
                    <a:pt x="14003" y="272804"/>
                  </a:cubicBezTo>
                  <a:cubicBezTo>
                    <a:pt x="12465" y="268921"/>
                    <a:pt x="11050" y="264990"/>
                    <a:pt x="9759" y="261018"/>
                  </a:cubicBezTo>
                  <a:cubicBezTo>
                    <a:pt x="8469" y="257046"/>
                    <a:pt x="7303" y="253034"/>
                    <a:pt x="6265" y="248989"/>
                  </a:cubicBezTo>
                  <a:cubicBezTo>
                    <a:pt x="5226" y="244943"/>
                    <a:pt x="4315" y="240866"/>
                    <a:pt x="3532" y="236764"/>
                  </a:cubicBezTo>
                  <a:cubicBezTo>
                    <a:pt x="2749" y="232661"/>
                    <a:pt x="2096" y="228535"/>
                    <a:pt x="1572" y="224391"/>
                  </a:cubicBezTo>
                  <a:cubicBezTo>
                    <a:pt x="1049" y="220248"/>
                    <a:pt x="656" y="216089"/>
                    <a:pt x="393" y="211920"/>
                  </a:cubicBezTo>
                  <a:cubicBezTo>
                    <a:pt x="131" y="207752"/>
                    <a:pt x="0" y="203577"/>
                    <a:pt x="0" y="199400"/>
                  </a:cubicBezTo>
                  <a:cubicBezTo>
                    <a:pt x="0" y="195223"/>
                    <a:pt x="131" y="191048"/>
                    <a:pt x="393" y="186880"/>
                  </a:cubicBezTo>
                  <a:cubicBezTo>
                    <a:pt x="656" y="182711"/>
                    <a:pt x="1049" y="178552"/>
                    <a:pt x="1572" y="174409"/>
                  </a:cubicBezTo>
                  <a:cubicBezTo>
                    <a:pt x="2096" y="170265"/>
                    <a:pt x="2749" y="166139"/>
                    <a:pt x="3532" y="162036"/>
                  </a:cubicBezTo>
                  <a:cubicBezTo>
                    <a:pt x="4315" y="157934"/>
                    <a:pt x="5226" y="153857"/>
                    <a:pt x="6265" y="149811"/>
                  </a:cubicBezTo>
                  <a:cubicBezTo>
                    <a:pt x="7303" y="145766"/>
                    <a:pt x="8469" y="141754"/>
                    <a:pt x="9759" y="137782"/>
                  </a:cubicBezTo>
                  <a:cubicBezTo>
                    <a:pt x="11050" y="133810"/>
                    <a:pt x="12465" y="129879"/>
                    <a:pt x="14003" y="125996"/>
                  </a:cubicBezTo>
                  <a:cubicBezTo>
                    <a:pt x="15540" y="122113"/>
                    <a:pt x="17199" y="118279"/>
                    <a:pt x="18977" y="114500"/>
                  </a:cubicBezTo>
                  <a:cubicBezTo>
                    <a:pt x="20756" y="110721"/>
                    <a:pt x="22652" y="106998"/>
                    <a:pt x="24664" y="103338"/>
                  </a:cubicBezTo>
                  <a:cubicBezTo>
                    <a:pt x="26677" y="99678"/>
                    <a:pt x="28803" y="96083"/>
                    <a:pt x="31041" y="92556"/>
                  </a:cubicBezTo>
                  <a:cubicBezTo>
                    <a:pt x="33279" y="89030"/>
                    <a:pt x="35627" y="85575"/>
                    <a:pt x="38082" y="82196"/>
                  </a:cubicBezTo>
                  <a:cubicBezTo>
                    <a:pt x="40537" y="78817"/>
                    <a:pt x="43097" y="75516"/>
                    <a:pt x="45760" y="72298"/>
                  </a:cubicBezTo>
                  <a:cubicBezTo>
                    <a:pt x="48422" y="69080"/>
                    <a:pt x="51185" y="65946"/>
                    <a:pt x="54044" y="62901"/>
                  </a:cubicBezTo>
                  <a:cubicBezTo>
                    <a:pt x="56903" y="59857"/>
                    <a:pt x="59857" y="56903"/>
                    <a:pt x="62901" y="54044"/>
                  </a:cubicBezTo>
                  <a:cubicBezTo>
                    <a:pt x="65946" y="51185"/>
                    <a:pt x="69080" y="48422"/>
                    <a:pt x="72298" y="45760"/>
                  </a:cubicBezTo>
                  <a:cubicBezTo>
                    <a:pt x="75516" y="43097"/>
                    <a:pt x="78817" y="40537"/>
                    <a:pt x="82196" y="38082"/>
                  </a:cubicBezTo>
                  <a:cubicBezTo>
                    <a:pt x="85575" y="35627"/>
                    <a:pt x="89030" y="33279"/>
                    <a:pt x="92556" y="31041"/>
                  </a:cubicBezTo>
                  <a:cubicBezTo>
                    <a:pt x="96083" y="28803"/>
                    <a:pt x="99678" y="26677"/>
                    <a:pt x="103338" y="24664"/>
                  </a:cubicBezTo>
                  <a:cubicBezTo>
                    <a:pt x="106998" y="22652"/>
                    <a:pt x="110721" y="20756"/>
                    <a:pt x="114500" y="18977"/>
                  </a:cubicBezTo>
                  <a:cubicBezTo>
                    <a:pt x="118279" y="17199"/>
                    <a:pt x="122113" y="15540"/>
                    <a:pt x="125996" y="14003"/>
                  </a:cubicBezTo>
                  <a:cubicBezTo>
                    <a:pt x="129879" y="12465"/>
                    <a:pt x="133810" y="11050"/>
                    <a:pt x="137782" y="9759"/>
                  </a:cubicBezTo>
                  <a:cubicBezTo>
                    <a:pt x="141754" y="8469"/>
                    <a:pt x="145766" y="7303"/>
                    <a:pt x="149811" y="6265"/>
                  </a:cubicBezTo>
                  <a:cubicBezTo>
                    <a:pt x="153857" y="5226"/>
                    <a:pt x="157934" y="4315"/>
                    <a:pt x="162036" y="3532"/>
                  </a:cubicBezTo>
                  <a:cubicBezTo>
                    <a:pt x="166139" y="2749"/>
                    <a:pt x="170265" y="2096"/>
                    <a:pt x="174409" y="1572"/>
                  </a:cubicBezTo>
                  <a:cubicBezTo>
                    <a:pt x="178552" y="1049"/>
                    <a:pt x="182711" y="656"/>
                    <a:pt x="186880" y="393"/>
                  </a:cubicBezTo>
                  <a:cubicBezTo>
                    <a:pt x="191048" y="131"/>
                    <a:pt x="195223" y="0"/>
                    <a:pt x="199400" y="0"/>
                  </a:cubicBezTo>
                  <a:cubicBezTo>
                    <a:pt x="203577" y="0"/>
                    <a:pt x="207752" y="131"/>
                    <a:pt x="211920" y="393"/>
                  </a:cubicBezTo>
                  <a:cubicBezTo>
                    <a:pt x="216089" y="656"/>
                    <a:pt x="220248" y="1049"/>
                    <a:pt x="224391" y="1572"/>
                  </a:cubicBezTo>
                  <a:cubicBezTo>
                    <a:pt x="228535" y="2096"/>
                    <a:pt x="232661" y="2749"/>
                    <a:pt x="236764" y="3532"/>
                  </a:cubicBezTo>
                  <a:cubicBezTo>
                    <a:pt x="240866" y="4315"/>
                    <a:pt x="244943" y="5226"/>
                    <a:pt x="248989" y="6265"/>
                  </a:cubicBezTo>
                  <a:cubicBezTo>
                    <a:pt x="253034" y="7303"/>
                    <a:pt x="257046" y="8469"/>
                    <a:pt x="261018" y="9759"/>
                  </a:cubicBezTo>
                  <a:cubicBezTo>
                    <a:pt x="264990" y="11050"/>
                    <a:pt x="268921" y="12465"/>
                    <a:pt x="272804" y="14003"/>
                  </a:cubicBezTo>
                  <a:cubicBezTo>
                    <a:pt x="276687" y="15540"/>
                    <a:pt x="280521" y="17199"/>
                    <a:pt x="284300" y="18977"/>
                  </a:cubicBezTo>
                  <a:cubicBezTo>
                    <a:pt x="288079" y="20756"/>
                    <a:pt x="291802" y="22652"/>
                    <a:pt x="295462" y="24664"/>
                  </a:cubicBezTo>
                  <a:cubicBezTo>
                    <a:pt x="299122" y="26677"/>
                    <a:pt x="302717" y="28803"/>
                    <a:pt x="306244" y="31041"/>
                  </a:cubicBezTo>
                  <a:cubicBezTo>
                    <a:pt x="309770" y="33279"/>
                    <a:pt x="313225" y="35627"/>
                    <a:pt x="316604" y="38082"/>
                  </a:cubicBezTo>
                  <a:cubicBezTo>
                    <a:pt x="319983" y="40537"/>
                    <a:pt x="323284" y="43097"/>
                    <a:pt x="326502" y="45760"/>
                  </a:cubicBezTo>
                  <a:cubicBezTo>
                    <a:pt x="329720" y="48422"/>
                    <a:pt x="332854" y="51185"/>
                    <a:pt x="335899" y="54044"/>
                  </a:cubicBezTo>
                  <a:cubicBezTo>
                    <a:pt x="338943" y="56903"/>
                    <a:pt x="341897" y="59857"/>
                    <a:pt x="344756" y="62901"/>
                  </a:cubicBezTo>
                  <a:cubicBezTo>
                    <a:pt x="347615" y="65946"/>
                    <a:pt x="350378" y="69080"/>
                    <a:pt x="353040" y="72298"/>
                  </a:cubicBezTo>
                  <a:cubicBezTo>
                    <a:pt x="355703" y="75516"/>
                    <a:pt x="358263" y="78817"/>
                    <a:pt x="360718" y="82196"/>
                  </a:cubicBezTo>
                  <a:cubicBezTo>
                    <a:pt x="363173" y="85575"/>
                    <a:pt x="365521" y="89030"/>
                    <a:pt x="367759" y="92556"/>
                  </a:cubicBezTo>
                  <a:cubicBezTo>
                    <a:pt x="369997" y="96083"/>
                    <a:pt x="372123" y="99678"/>
                    <a:pt x="374136" y="103338"/>
                  </a:cubicBezTo>
                  <a:cubicBezTo>
                    <a:pt x="376148" y="106998"/>
                    <a:pt x="378044" y="110721"/>
                    <a:pt x="379823" y="114500"/>
                  </a:cubicBezTo>
                  <a:cubicBezTo>
                    <a:pt x="381601" y="118279"/>
                    <a:pt x="383260" y="122113"/>
                    <a:pt x="384797" y="125996"/>
                  </a:cubicBezTo>
                  <a:cubicBezTo>
                    <a:pt x="386335" y="129879"/>
                    <a:pt x="387750" y="133810"/>
                    <a:pt x="389041" y="137782"/>
                  </a:cubicBezTo>
                  <a:cubicBezTo>
                    <a:pt x="390331" y="141754"/>
                    <a:pt x="391497" y="145766"/>
                    <a:pt x="392535" y="149811"/>
                  </a:cubicBezTo>
                  <a:cubicBezTo>
                    <a:pt x="393574" y="153857"/>
                    <a:pt x="394485" y="157934"/>
                    <a:pt x="395268" y="162036"/>
                  </a:cubicBezTo>
                  <a:cubicBezTo>
                    <a:pt x="396051" y="166139"/>
                    <a:pt x="396704" y="170265"/>
                    <a:pt x="397228" y="174409"/>
                  </a:cubicBezTo>
                  <a:cubicBezTo>
                    <a:pt x="397751" y="178552"/>
                    <a:pt x="398144" y="182711"/>
                    <a:pt x="398407" y="186880"/>
                  </a:cubicBezTo>
                  <a:cubicBezTo>
                    <a:pt x="398669" y="191048"/>
                    <a:pt x="398800" y="195223"/>
                    <a:pt x="398800" y="199400"/>
                  </a:cubicBezTo>
                  <a:close/>
                </a:path>
              </a:pathLst>
            </a:custGeom>
            <a:solidFill>
              <a:srgbClr val="2F7889"/>
            </a:solidFill>
            <a:ln w="13767" cap="flat">
              <a:noFill/>
              <a:prstDash val="solid"/>
              <a:miter/>
            </a:ln>
          </p:spPr>
        </p:sp>
        <p:sp>
          <p:nvSpPr>
            <p:cNvPr id="50" name="asset-8-noto-emoji_u1f4f7-part-27"/>
            <p:cNvSpPr/>
            <p:nvPr/>
          </p:nvSpPr>
          <p:spPr>
            <a:xfrm>
              <a:off x="575900" y="713856"/>
              <a:ext cx="152941" cy="148842"/>
            </a:xfrm>
            <a:custGeom>
              <a:avLst/>
              <a:gdLst/>
              <a:ahLst/>
              <a:cxnLst/>
              <a:rect l="0" t="0" r="r" b="b"/>
              <a:pathLst>
                <a:path w="152941" h="148842">
                  <a:moveTo>
                    <a:pt x="100800" y="1944"/>
                  </a:moveTo>
                  <a:cubicBezTo>
                    <a:pt x="37700" y="16244"/>
                    <a:pt x="0" y="77644"/>
                    <a:pt x="0" y="122944"/>
                  </a:cubicBezTo>
                  <a:cubicBezTo>
                    <a:pt x="0" y="159644"/>
                    <a:pt x="24300" y="150444"/>
                    <a:pt x="32100" y="137144"/>
                  </a:cubicBezTo>
                  <a:cubicBezTo>
                    <a:pt x="52200" y="103044"/>
                    <a:pt x="76500" y="74644"/>
                    <a:pt x="118400" y="62744"/>
                  </a:cubicBezTo>
                  <a:cubicBezTo>
                    <a:pt x="135200" y="57944"/>
                    <a:pt x="154800" y="47444"/>
                    <a:pt x="152800" y="27844"/>
                  </a:cubicBezTo>
                  <a:cubicBezTo>
                    <a:pt x="150000" y="-56"/>
                    <a:pt x="122300" y="-2956"/>
                    <a:pt x="100800" y="1944"/>
                  </a:cubicBezTo>
                  <a:close/>
                </a:path>
              </a:pathLst>
            </a:custGeom>
            <a:solidFill>
              <a:srgbClr val="94D1E0"/>
            </a:solidFill>
            <a:ln w="13767" cap="flat">
              <a:noFill/>
              <a:prstDash val="solid"/>
              <a:miter/>
            </a:ln>
          </p:spPr>
        </p:sp>
        <p:sp>
          <p:nvSpPr>
            <p:cNvPr id="51" name="asset-8-noto-emoji_u1f4f7-part-28"/>
            <p:cNvSpPr/>
            <p:nvPr/>
          </p:nvSpPr>
          <p:spPr>
            <a:xfrm>
              <a:off x="634900" y="794100"/>
              <a:ext cx="178000" cy="178000"/>
            </a:xfrm>
            <a:custGeom>
              <a:avLst/>
              <a:gdLst/>
              <a:ahLst/>
              <a:cxnLst/>
              <a:rect l="0" t="0" r="r" b="b"/>
              <a:pathLst>
                <a:path w="178000" h="178000">
                  <a:moveTo>
                    <a:pt x="178000" y="89000"/>
                  </a:moveTo>
                  <a:cubicBezTo>
                    <a:pt x="178000" y="90864"/>
                    <a:pt x="177941" y="92728"/>
                    <a:pt x="177824" y="94588"/>
                  </a:cubicBezTo>
                  <a:cubicBezTo>
                    <a:pt x="177707" y="96449"/>
                    <a:pt x="177532" y="98305"/>
                    <a:pt x="177298" y="100155"/>
                  </a:cubicBezTo>
                  <a:cubicBezTo>
                    <a:pt x="177065" y="102004"/>
                    <a:pt x="176773" y="103846"/>
                    <a:pt x="176424" y="105677"/>
                  </a:cubicBezTo>
                  <a:cubicBezTo>
                    <a:pt x="176074" y="107508"/>
                    <a:pt x="175668" y="109328"/>
                    <a:pt x="175204" y="111133"/>
                  </a:cubicBezTo>
                  <a:cubicBezTo>
                    <a:pt x="174740" y="112939"/>
                    <a:pt x="174220" y="114730"/>
                    <a:pt x="173644" y="116503"/>
                  </a:cubicBezTo>
                  <a:cubicBezTo>
                    <a:pt x="173068" y="118275"/>
                    <a:pt x="172436" y="120030"/>
                    <a:pt x="171750" y="121763"/>
                  </a:cubicBezTo>
                  <a:cubicBezTo>
                    <a:pt x="171064" y="123496"/>
                    <a:pt x="170323" y="125208"/>
                    <a:pt x="169530" y="126894"/>
                  </a:cubicBezTo>
                  <a:cubicBezTo>
                    <a:pt x="168736" y="128581"/>
                    <a:pt x="167889" y="130242"/>
                    <a:pt x="166991" y="131876"/>
                  </a:cubicBezTo>
                  <a:cubicBezTo>
                    <a:pt x="166093" y="133510"/>
                    <a:pt x="165144" y="135115"/>
                    <a:pt x="164145" y="136689"/>
                  </a:cubicBezTo>
                  <a:cubicBezTo>
                    <a:pt x="163146" y="138263"/>
                    <a:pt x="162098" y="139805"/>
                    <a:pt x="161003" y="141313"/>
                  </a:cubicBezTo>
                  <a:cubicBezTo>
                    <a:pt x="159907" y="142821"/>
                    <a:pt x="158764" y="144294"/>
                    <a:pt x="157576" y="145731"/>
                  </a:cubicBezTo>
                  <a:cubicBezTo>
                    <a:pt x="156387" y="147167"/>
                    <a:pt x="155154" y="148566"/>
                    <a:pt x="153878" y="149925"/>
                  </a:cubicBezTo>
                  <a:cubicBezTo>
                    <a:pt x="152602" y="151284"/>
                    <a:pt x="151284" y="152602"/>
                    <a:pt x="149925" y="153878"/>
                  </a:cubicBezTo>
                  <a:cubicBezTo>
                    <a:pt x="148566" y="155154"/>
                    <a:pt x="147167" y="156387"/>
                    <a:pt x="145731" y="157576"/>
                  </a:cubicBezTo>
                  <a:cubicBezTo>
                    <a:pt x="144294" y="158764"/>
                    <a:pt x="142821" y="159907"/>
                    <a:pt x="141313" y="161003"/>
                  </a:cubicBezTo>
                  <a:cubicBezTo>
                    <a:pt x="139805" y="162098"/>
                    <a:pt x="138263" y="163146"/>
                    <a:pt x="136689" y="164145"/>
                  </a:cubicBezTo>
                  <a:cubicBezTo>
                    <a:pt x="135115" y="165144"/>
                    <a:pt x="133510" y="166093"/>
                    <a:pt x="131876" y="166991"/>
                  </a:cubicBezTo>
                  <a:cubicBezTo>
                    <a:pt x="130242" y="167889"/>
                    <a:pt x="128581" y="168736"/>
                    <a:pt x="126894" y="169530"/>
                  </a:cubicBezTo>
                  <a:cubicBezTo>
                    <a:pt x="125208" y="170323"/>
                    <a:pt x="123496" y="171064"/>
                    <a:pt x="121763" y="171750"/>
                  </a:cubicBezTo>
                  <a:cubicBezTo>
                    <a:pt x="120030" y="172436"/>
                    <a:pt x="118275" y="173068"/>
                    <a:pt x="116503" y="173644"/>
                  </a:cubicBezTo>
                  <a:cubicBezTo>
                    <a:pt x="114730" y="174220"/>
                    <a:pt x="112939" y="174740"/>
                    <a:pt x="111133" y="175204"/>
                  </a:cubicBezTo>
                  <a:cubicBezTo>
                    <a:pt x="109328" y="175668"/>
                    <a:pt x="107508" y="176074"/>
                    <a:pt x="105677" y="176424"/>
                  </a:cubicBezTo>
                  <a:cubicBezTo>
                    <a:pt x="103846" y="176773"/>
                    <a:pt x="102004" y="177065"/>
                    <a:pt x="100155" y="177298"/>
                  </a:cubicBezTo>
                  <a:cubicBezTo>
                    <a:pt x="98305" y="177532"/>
                    <a:pt x="96449" y="177707"/>
                    <a:pt x="94588" y="177824"/>
                  </a:cubicBezTo>
                  <a:cubicBezTo>
                    <a:pt x="92728" y="177941"/>
                    <a:pt x="90864" y="178000"/>
                    <a:pt x="89000" y="178000"/>
                  </a:cubicBezTo>
                  <a:cubicBezTo>
                    <a:pt x="87136" y="178000"/>
                    <a:pt x="85272" y="177941"/>
                    <a:pt x="83412" y="177824"/>
                  </a:cubicBezTo>
                  <a:cubicBezTo>
                    <a:pt x="81551" y="177707"/>
                    <a:pt x="79695" y="177532"/>
                    <a:pt x="77845" y="177298"/>
                  </a:cubicBezTo>
                  <a:cubicBezTo>
                    <a:pt x="75996" y="177065"/>
                    <a:pt x="74154" y="176773"/>
                    <a:pt x="72323" y="176424"/>
                  </a:cubicBezTo>
                  <a:cubicBezTo>
                    <a:pt x="70492" y="176074"/>
                    <a:pt x="68672" y="175668"/>
                    <a:pt x="66867" y="175204"/>
                  </a:cubicBezTo>
                  <a:cubicBezTo>
                    <a:pt x="65061" y="174740"/>
                    <a:pt x="63270" y="174220"/>
                    <a:pt x="61497" y="173644"/>
                  </a:cubicBezTo>
                  <a:cubicBezTo>
                    <a:pt x="59725" y="173068"/>
                    <a:pt x="57970" y="172436"/>
                    <a:pt x="56237" y="171750"/>
                  </a:cubicBezTo>
                  <a:cubicBezTo>
                    <a:pt x="54504" y="171064"/>
                    <a:pt x="52792" y="170323"/>
                    <a:pt x="51106" y="169530"/>
                  </a:cubicBezTo>
                  <a:cubicBezTo>
                    <a:pt x="49419" y="168736"/>
                    <a:pt x="47758" y="167889"/>
                    <a:pt x="46124" y="166991"/>
                  </a:cubicBezTo>
                  <a:cubicBezTo>
                    <a:pt x="44490" y="166093"/>
                    <a:pt x="42885" y="165144"/>
                    <a:pt x="41311" y="164145"/>
                  </a:cubicBezTo>
                  <a:cubicBezTo>
                    <a:pt x="39737" y="163146"/>
                    <a:pt x="38195" y="162098"/>
                    <a:pt x="36687" y="161003"/>
                  </a:cubicBezTo>
                  <a:cubicBezTo>
                    <a:pt x="35179" y="159907"/>
                    <a:pt x="33706" y="158764"/>
                    <a:pt x="32269" y="157576"/>
                  </a:cubicBezTo>
                  <a:cubicBezTo>
                    <a:pt x="30833" y="156387"/>
                    <a:pt x="29434" y="155154"/>
                    <a:pt x="28075" y="153878"/>
                  </a:cubicBezTo>
                  <a:cubicBezTo>
                    <a:pt x="26716" y="152602"/>
                    <a:pt x="25398" y="151284"/>
                    <a:pt x="24122" y="149925"/>
                  </a:cubicBezTo>
                  <a:cubicBezTo>
                    <a:pt x="22846" y="148566"/>
                    <a:pt x="21613" y="147167"/>
                    <a:pt x="20424" y="145731"/>
                  </a:cubicBezTo>
                  <a:cubicBezTo>
                    <a:pt x="19236" y="144294"/>
                    <a:pt x="18093" y="142821"/>
                    <a:pt x="16997" y="141313"/>
                  </a:cubicBezTo>
                  <a:cubicBezTo>
                    <a:pt x="15902" y="139805"/>
                    <a:pt x="14854" y="138263"/>
                    <a:pt x="13855" y="136689"/>
                  </a:cubicBezTo>
                  <a:cubicBezTo>
                    <a:pt x="12856" y="135115"/>
                    <a:pt x="11907" y="133510"/>
                    <a:pt x="11009" y="131876"/>
                  </a:cubicBezTo>
                  <a:cubicBezTo>
                    <a:pt x="10111" y="130242"/>
                    <a:pt x="9264" y="128581"/>
                    <a:pt x="8470" y="126894"/>
                  </a:cubicBezTo>
                  <a:cubicBezTo>
                    <a:pt x="7677" y="125208"/>
                    <a:pt x="6936" y="123496"/>
                    <a:pt x="6250" y="121763"/>
                  </a:cubicBezTo>
                  <a:cubicBezTo>
                    <a:pt x="5564" y="120030"/>
                    <a:pt x="4932" y="118275"/>
                    <a:pt x="4356" y="116503"/>
                  </a:cubicBezTo>
                  <a:cubicBezTo>
                    <a:pt x="3780" y="114730"/>
                    <a:pt x="3260" y="112939"/>
                    <a:pt x="2796" y="111133"/>
                  </a:cubicBezTo>
                  <a:cubicBezTo>
                    <a:pt x="2332" y="109328"/>
                    <a:pt x="1926" y="107508"/>
                    <a:pt x="1576" y="105677"/>
                  </a:cubicBezTo>
                  <a:cubicBezTo>
                    <a:pt x="1227" y="103846"/>
                    <a:pt x="935" y="102004"/>
                    <a:pt x="702" y="100155"/>
                  </a:cubicBezTo>
                  <a:cubicBezTo>
                    <a:pt x="468" y="98305"/>
                    <a:pt x="293" y="96449"/>
                    <a:pt x="176" y="94588"/>
                  </a:cubicBezTo>
                  <a:cubicBezTo>
                    <a:pt x="59" y="92728"/>
                    <a:pt x="0" y="90864"/>
                    <a:pt x="0" y="89000"/>
                  </a:cubicBezTo>
                  <a:cubicBezTo>
                    <a:pt x="0" y="87136"/>
                    <a:pt x="59" y="85272"/>
                    <a:pt x="176" y="83412"/>
                  </a:cubicBezTo>
                  <a:cubicBezTo>
                    <a:pt x="293" y="81551"/>
                    <a:pt x="468" y="79695"/>
                    <a:pt x="702" y="77845"/>
                  </a:cubicBezTo>
                  <a:cubicBezTo>
                    <a:pt x="935" y="75996"/>
                    <a:pt x="1227" y="74154"/>
                    <a:pt x="1576" y="72323"/>
                  </a:cubicBezTo>
                  <a:cubicBezTo>
                    <a:pt x="1926" y="70492"/>
                    <a:pt x="2332" y="68672"/>
                    <a:pt x="2796" y="66867"/>
                  </a:cubicBezTo>
                  <a:cubicBezTo>
                    <a:pt x="3260" y="65061"/>
                    <a:pt x="3780" y="63270"/>
                    <a:pt x="4356" y="61497"/>
                  </a:cubicBezTo>
                  <a:cubicBezTo>
                    <a:pt x="4932" y="59725"/>
                    <a:pt x="5564" y="57970"/>
                    <a:pt x="6250" y="56237"/>
                  </a:cubicBezTo>
                  <a:cubicBezTo>
                    <a:pt x="6936" y="54504"/>
                    <a:pt x="7677" y="52792"/>
                    <a:pt x="8470" y="51106"/>
                  </a:cubicBezTo>
                  <a:cubicBezTo>
                    <a:pt x="9264" y="49419"/>
                    <a:pt x="10111" y="47758"/>
                    <a:pt x="11009" y="46124"/>
                  </a:cubicBezTo>
                  <a:cubicBezTo>
                    <a:pt x="11907" y="44490"/>
                    <a:pt x="12856" y="42885"/>
                    <a:pt x="13855" y="41311"/>
                  </a:cubicBezTo>
                  <a:cubicBezTo>
                    <a:pt x="14854" y="39737"/>
                    <a:pt x="15902" y="38195"/>
                    <a:pt x="16997" y="36687"/>
                  </a:cubicBezTo>
                  <a:cubicBezTo>
                    <a:pt x="18093" y="35179"/>
                    <a:pt x="19236" y="33706"/>
                    <a:pt x="20424" y="32269"/>
                  </a:cubicBezTo>
                  <a:cubicBezTo>
                    <a:pt x="21613" y="30833"/>
                    <a:pt x="22846" y="29434"/>
                    <a:pt x="24122" y="28075"/>
                  </a:cubicBezTo>
                  <a:cubicBezTo>
                    <a:pt x="25398" y="26716"/>
                    <a:pt x="26716" y="25398"/>
                    <a:pt x="28075" y="24122"/>
                  </a:cubicBezTo>
                  <a:cubicBezTo>
                    <a:pt x="29434" y="22846"/>
                    <a:pt x="30833" y="21613"/>
                    <a:pt x="32269" y="20424"/>
                  </a:cubicBezTo>
                  <a:cubicBezTo>
                    <a:pt x="33706" y="19236"/>
                    <a:pt x="35179" y="18093"/>
                    <a:pt x="36687" y="16997"/>
                  </a:cubicBezTo>
                  <a:cubicBezTo>
                    <a:pt x="38195" y="15902"/>
                    <a:pt x="39737" y="14854"/>
                    <a:pt x="41311" y="13855"/>
                  </a:cubicBezTo>
                  <a:cubicBezTo>
                    <a:pt x="42885" y="12856"/>
                    <a:pt x="44490" y="11907"/>
                    <a:pt x="46124" y="11009"/>
                  </a:cubicBezTo>
                  <a:cubicBezTo>
                    <a:pt x="47758" y="10111"/>
                    <a:pt x="49419" y="9264"/>
                    <a:pt x="51106" y="8470"/>
                  </a:cubicBezTo>
                  <a:cubicBezTo>
                    <a:pt x="52792" y="7677"/>
                    <a:pt x="54504" y="6936"/>
                    <a:pt x="56237" y="6250"/>
                  </a:cubicBezTo>
                  <a:cubicBezTo>
                    <a:pt x="57970" y="5564"/>
                    <a:pt x="59725" y="4932"/>
                    <a:pt x="61497" y="4356"/>
                  </a:cubicBezTo>
                  <a:cubicBezTo>
                    <a:pt x="63270" y="3780"/>
                    <a:pt x="65061" y="3260"/>
                    <a:pt x="66867" y="2796"/>
                  </a:cubicBezTo>
                  <a:cubicBezTo>
                    <a:pt x="68672" y="2332"/>
                    <a:pt x="70492" y="1926"/>
                    <a:pt x="72323" y="1576"/>
                  </a:cubicBezTo>
                  <a:cubicBezTo>
                    <a:pt x="74154" y="1227"/>
                    <a:pt x="75996" y="935"/>
                    <a:pt x="77845" y="702"/>
                  </a:cubicBezTo>
                  <a:cubicBezTo>
                    <a:pt x="79695" y="468"/>
                    <a:pt x="81551" y="293"/>
                    <a:pt x="83412" y="176"/>
                  </a:cubicBezTo>
                  <a:cubicBezTo>
                    <a:pt x="85272" y="59"/>
                    <a:pt x="87136" y="0"/>
                    <a:pt x="89000" y="0"/>
                  </a:cubicBezTo>
                  <a:cubicBezTo>
                    <a:pt x="90864" y="0"/>
                    <a:pt x="92728" y="59"/>
                    <a:pt x="94588" y="176"/>
                  </a:cubicBezTo>
                  <a:cubicBezTo>
                    <a:pt x="96449" y="293"/>
                    <a:pt x="98305" y="468"/>
                    <a:pt x="100155" y="702"/>
                  </a:cubicBezTo>
                  <a:cubicBezTo>
                    <a:pt x="102004" y="935"/>
                    <a:pt x="103846" y="1227"/>
                    <a:pt x="105677" y="1576"/>
                  </a:cubicBezTo>
                  <a:cubicBezTo>
                    <a:pt x="107508" y="1926"/>
                    <a:pt x="109328" y="2332"/>
                    <a:pt x="111133" y="2796"/>
                  </a:cubicBezTo>
                  <a:cubicBezTo>
                    <a:pt x="112939" y="3260"/>
                    <a:pt x="114730" y="3780"/>
                    <a:pt x="116503" y="4356"/>
                  </a:cubicBezTo>
                  <a:cubicBezTo>
                    <a:pt x="118275" y="4932"/>
                    <a:pt x="120030" y="5564"/>
                    <a:pt x="121763" y="6250"/>
                  </a:cubicBezTo>
                  <a:cubicBezTo>
                    <a:pt x="123496" y="6936"/>
                    <a:pt x="125208" y="7677"/>
                    <a:pt x="126894" y="8470"/>
                  </a:cubicBezTo>
                  <a:cubicBezTo>
                    <a:pt x="128581" y="9264"/>
                    <a:pt x="130242" y="10111"/>
                    <a:pt x="131876" y="11009"/>
                  </a:cubicBezTo>
                  <a:cubicBezTo>
                    <a:pt x="133510" y="11907"/>
                    <a:pt x="135115" y="12856"/>
                    <a:pt x="136689" y="13855"/>
                  </a:cubicBezTo>
                  <a:cubicBezTo>
                    <a:pt x="138263" y="14854"/>
                    <a:pt x="139805" y="15902"/>
                    <a:pt x="141313" y="16997"/>
                  </a:cubicBezTo>
                  <a:cubicBezTo>
                    <a:pt x="142821" y="18093"/>
                    <a:pt x="144294" y="19236"/>
                    <a:pt x="145731" y="20424"/>
                  </a:cubicBezTo>
                  <a:cubicBezTo>
                    <a:pt x="147167" y="21613"/>
                    <a:pt x="148566" y="22846"/>
                    <a:pt x="149925" y="24122"/>
                  </a:cubicBezTo>
                  <a:cubicBezTo>
                    <a:pt x="151284" y="25398"/>
                    <a:pt x="152602" y="26716"/>
                    <a:pt x="153878" y="28075"/>
                  </a:cubicBezTo>
                  <a:cubicBezTo>
                    <a:pt x="155154" y="29434"/>
                    <a:pt x="156387" y="30833"/>
                    <a:pt x="157576" y="32269"/>
                  </a:cubicBezTo>
                  <a:cubicBezTo>
                    <a:pt x="158764" y="33706"/>
                    <a:pt x="159907" y="35179"/>
                    <a:pt x="161003" y="36687"/>
                  </a:cubicBezTo>
                  <a:cubicBezTo>
                    <a:pt x="162098" y="38195"/>
                    <a:pt x="163146" y="39737"/>
                    <a:pt x="164145" y="41311"/>
                  </a:cubicBezTo>
                  <a:cubicBezTo>
                    <a:pt x="165144" y="42885"/>
                    <a:pt x="166093" y="44490"/>
                    <a:pt x="166991" y="46124"/>
                  </a:cubicBezTo>
                  <a:cubicBezTo>
                    <a:pt x="167889" y="47758"/>
                    <a:pt x="168736" y="49419"/>
                    <a:pt x="169530" y="51106"/>
                  </a:cubicBezTo>
                  <a:cubicBezTo>
                    <a:pt x="170323" y="52792"/>
                    <a:pt x="171064" y="54504"/>
                    <a:pt x="171750" y="56237"/>
                  </a:cubicBezTo>
                  <a:cubicBezTo>
                    <a:pt x="172436" y="57970"/>
                    <a:pt x="173068" y="59725"/>
                    <a:pt x="173644" y="61497"/>
                  </a:cubicBezTo>
                  <a:cubicBezTo>
                    <a:pt x="174220" y="63270"/>
                    <a:pt x="174740" y="65061"/>
                    <a:pt x="175204" y="66867"/>
                  </a:cubicBezTo>
                  <a:cubicBezTo>
                    <a:pt x="175668" y="68672"/>
                    <a:pt x="176074" y="70492"/>
                    <a:pt x="176424" y="72323"/>
                  </a:cubicBezTo>
                  <a:cubicBezTo>
                    <a:pt x="176773" y="74154"/>
                    <a:pt x="177065" y="75996"/>
                    <a:pt x="177298" y="77845"/>
                  </a:cubicBezTo>
                  <a:cubicBezTo>
                    <a:pt x="177532" y="79695"/>
                    <a:pt x="177707" y="81551"/>
                    <a:pt x="177824" y="83412"/>
                  </a:cubicBezTo>
                  <a:cubicBezTo>
                    <a:pt x="177941" y="85272"/>
                    <a:pt x="178000" y="87136"/>
                    <a:pt x="178000" y="89000"/>
                  </a:cubicBez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  <a:ln w="13767" cap="flat">
              <a:noFill/>
              <a:prstDash val="solid"/>
              <a:miter/>
            </a:ln>
          </p:spPr>
        </p:sp>
      </p:grpSp>
      <p:sp>
        <p:nvSpPr>
          <p:cNvPr id="10" name="TextBox 9"/>
          <p:cNvSpPr txBox="1"/>
          <p:nvPr/>
        </p:nvSpPr>
        <p:spPr>
          <a:xfrm>
            <a:off x="609600" y="4600575"/>
            <a:ext cx="3648075" cy="1047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 b="0">
                <a:solidFill>
                  <a:srgbClr val="123D54"/>
                </a:solidFill>
                <a:latin typeface="Noto Sans CJK SC"/>
              </a:defRPr>
            </a:pPr>
            <a:r>
              <a:t>相机与存储记录</a:t>
            </a:r>
          </a:p>
          <a:p>
            <a:pPr>
              <a:defRPr sz="1800" b="0">
                <a:solidFill>
                  <a:srgbClr val="123D54"/>
                </a:solidFill>
                <a:latin typeface="Noto Sans CJK SC"/>
              </a:defRPr>
            </a:pPr>
            <a:r>
              <a:t>样点及出勤信息</a:t>
            </a:r>
          </a:p>
          <a:p>
            <a:pPr>
              <a:defRPr sz="1800" b="0">
                <a:solidFill>
                  <a:srgbClr val="123D54"/>
                </a:solidFill>
                <a:latin typeface="Noto Sans CJK SC"/>
              </a:defRPr>
            </a:pPr>
            <a:r>
              <a:t>照片、视频与物种复核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6325" y="1752600"/>
            <a:ext cx="7000875" cy="127635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2" name="asset-9-lucide-map-pin-check-inside" descr="样点核验 — Lucide Icons and Contributors; ISC; original SVG unchanged. Source: https://github.com/lucide-icons/lucide/blob/20aef31db93fe4d9f398dbb15b120d99c48eef95/icons/map-pin-check-inside.svg; SVG SHA256: dc4e9b15aec3035806fef726cd17ed1622e18e13e91068a9227732293da8d707; native DrawingML derivative; recolored 123D54"/>
          <p:cNvGrpSpPr/>
          <p:nvPr/>
        </p:nvGrpSpPr>
        <p:grpSpPr>
          <a:xfrm>
            <a:off x="5114925" y="1962150"/>
            <a:ext cx="800100" cy="800100"/>
            <a:chOff x="0" y="0"/>
            <a:chExt cx="240000" cy="240000"/>
          </a:xfrm>
        </p:grpSpPr>
        <p:sp>
          <p:nvSpPr>
            <p:cNvPr id="53" name="asset-9-lucide-map-pin-check-inside-part-1"/>
            <p:cNvSpPr/>
            <p:nvPr/>
          </p:nvSpPr>
          <p:spPr>
            <a:xfrm>
              <a:off x="40000" y="20000"/>
              <a:ext cx="160000" cy="199998"/>
            </a:xfrm>
            <a:custGeom>
              <a:avLst/>
              <a:gdLst/>
              <a:ahLst/>
              <a:cxnLst/>
              <a:rect l="0" t="0" r="r" b="b"/>
              <a:pathLst>
                <a:path w="160000" h="199998">
                  <a:moveTo>
                    <a:pt x="160000" y="80000"/>
                  </a:moveTo>
                  <a:cubicBezTo>
                    <a:pt x="160000" y="129930"/>
                    <a:pt x="104610" y="181930"/>
                    <a:pt x="86010" y="197990"/>
                  </a:cubicBezTo>
                  <a:cubicBezTo>
                    <a:pt x="85846" y="198113"/>
                    <a:pt x="85679" y="198231"/>
                    <a:pt x="85508" y="198344"/>
                  </a:cubicBezTo>
                  <a:cubicBezTo>
                    <a:pt x="85337" y="198457"/>
                    <a:pt x="85163" y="198564"/>
                    <a:pt x="84986" y="198666"/>
                  </a:cubicBezTo>
                  <a:cubicBezTo>
                    <a:pt x="84808" y="198768"/>
                    <a:pt x="84628" y="198865"/>
                    <a:pt x="84444" y="198956"/>
                  </a:cubicBezTo>
                  <a:cubicBezTo>
                    <a:pt x="84261" y="199047"/>
                    <a:pt x="84075" y="199132"/>
                    <a:pt x="83886" y="199211"/>
                  </a:cubicBezTo>
                  <a:cubicBezTo>
                    <a:pt x="83698" y="199291"/>
                    <a:pt x="83507" y="199365"/>
                    <a:pt x="83313" y="199433"/>
                  </a:cubicBezTo>
                  <a:cubicBezTo>
                    <a:pt x="83120" y="199500"/>
                    <a:pt x="82925" y="199562"/>
                    <a:pt x="82728" y="199618"/>
                  </a:cubicBezTo>
                  <a:cubicBezTo>
                    <a:pt x="82531" y="199674"/>
                    <a:pt x="82333" y="199724"/>
                    <a:pt x="82133" y="199767"/>
                  </a:cubicBezTo>
                  <a:cubicBezTo>
                    <a:pt x="81933" y="199811"/>
                    <a:pt x="81731" y="199849"/>
                    <a:pt x="81529" y="199880"/>
                  </a:cubicBezTo>
                  <a:cubicBezTo>
                    <a:pt x="81327" y="199911"/>
                    <a:pt x="81124" y="199936"/>
                    <a:pt x="80920" y="199955"/>
                  </a:cubicBezTo>
                  <a:cubicBezTo>
                    <a:pt x="80716" y="199974"/>
                    <a:pt x="80512" y="199987"/>
                    <a:pt x="80307" y="199993"/>
                  </a:cubicBezTo>
                  <a:cubicBezTo>
                    <a:pt x="80102" y="199999"/>
                    <a:pt x="79898" y="199999"/>
                    <a:pt x="79693" y="199993"/>
                  </a:cubicBezTo>
                  <a:cubicBezTo>
                    <a:pt x="79488" y="199987"/>
                    <a:pt x="79284" y="199974"/>
                    <a:pt x="79080" y="199955"/>
                  </a:cubicBezTo>
                  <a:cubicBezTo>
                    <a:pt x="78876" y="199936"/>
                    <a:pt x="78673" y="199911"/>
                    <a:pt x="78471" y="199880"/>
                  </a:cubicBezTo>
                  <a:cubicBezTo>
                    <a:pt x="78269" y="199849"/>
                    <a:pt x="78067" y="199811"/>
                    <a:pt x="77867" y="199767"/>
                  </a:cubicBezTo>
                  <a:cubicBezTo>
                    <a:pt x="77667" y="199724"/>
                    <a:pt x="77469" y="199674"/>
                    <a:pt x="77272" y="199618"/>
                  </a:cubicBezTo>
                  <a:cubicBezTo>
                    <a:pt x="77075" y="199562"/>
                    <a:pt x="76880" y="199500"/>
                    <a:pt x="76687" y="199433"/>
                  </a:cubicBezTo>
                  <a:cubicBezTo>
                    <a:pt x="76493" y="199365"/>
                    <a:pt x="76302" y="199291"/>
                    <a:pt x="76114" y="199211"/>
                  </a:cubicBezTo>
                  <a:cubicBezTo>
                    <a:pt x="75925" y="199132"/>
                    <a:pt x="75739" y="199047"/>
                    <a:pt x="75556" y="198956"/>
                  </a:cubicBezTo>
                  <a:cubicBezTo>
                    <a:pt x="75372" y="198865"/>
                    <a:pt x="75192" y="198768"/>
                    <a:pt x="75014" y="198666"/>
                  </a:cubicBezTo>
                  <a:cubicBezTo>
                    <a:pt x="74837" y="198564"/>
                    <a:pt x="74663" y="198457"/>
                    <a:pt x="74492" y="198344"/>
                  </a:cubicBezTo>
                  <a:cubicBezTo>
                    <a:pt x="74321" y="198231"/>
                    <a:pt x="74154" y="198113"/>
                    <a:pt x="73990" y="197990"/>
                  </a:cubicBezTo>
                  <a:cubicBezTo>
                    <a:pt x="55390" y="181930"/>
                    <a:pt x="0" y="129930"/>
                    <a:pt x="0" y="80000"/>
                  </a:cubicBezTo>
                  <a:cubicBezTo>
                    <a:pt x="0" y="78324"/>
                    <a:pt x="53" y="76649"/>
                    <a:pt x="158" y="74977"/>
                  </a:cubicBezTo>
                  <a:cubicBezTo>
                    <a:pt x="263" y="73304"/>
                    <a:pt x="421" y="71636"/>
                    <a:pt x="631" y="69973"/>
                  </a:cubicBezTo>
                  <a:cubicBezTo>
                    <a:pt x="841" y="68311"/>
                    <a:pt x="1103" y="66655"/>
                    <a:pt x="1417" y="65009"/>
                  </a:cubicBezTo>
                  <a:cubicBezTo>
                    <a:pt x="1731" y="63364"/>
                    <a:pt x="2097" y="61728"/>
                    <a:pt x="2513" y="60105"/>
                  </a:cubicBezTo>
                  <a:cubicBezTo>
                    <a:pt x="2930" y="58482"/>
                    <a:pt x="3398" y="56872"/>
                    <a:pt x="3915" y="55279"/>
                  </a:cubicBezTo>
                  <a:cubicBezTo>
                    <a:pt x="4433" y="53685"/>
                    <a:pt x="5001" y="52108"/>
                    <a:pt x="5618" y="50550"/>
                  </a:cubicBezTo>
                  <a:cubicBezTo>
                    <a:pt x="6235" y="48992"/>
                    <a:pt x="6900" y="47454"/>
                    <a:pt x="7614" y="45938"/>
                  </a:cubicBezTo>
                  <a:cubicBezTo>
                    <a:pt x="8327" y="44421"/>
                    <a:pt x="9088" y="42928"/>
                    <a:pt x="9895" y="41460"/>
                  </a:cubicBezTo>
                  <a:cubicBezTo>
                    <a:pt x="10703" y="39991"/>
                    <a:pt x="11556" y="38549"/>
                    <a:pt x="12454" y="37134"/>
                  </a:cubicBezTo>
                  <a:cubicBezTo>
                    <a:pt x="13352" y="35719"/>
                    <a:pt x="14294" y="34333"/>
                    <a:pt x="15279" y="32977"/>
                  </a:cubicBezTo>
                  <a:cubicBezTo>
                    <a:pt x="16264" y="31622"/>
                    <a:pt x="17291" y="30297"/>
                    <a:pt x="18359" y="29006"/>
                  </a:cubicBezTo>
                  <a:cubicBezTo>
                    <a:pt x="19427" y="27715"/>
                    <a:pt x="20535" y="26458"/>
                    <a:pt x="21683" y="25236"/>
                  </a:cubicBezTo>
                  <a:cubicBezTo>
                    <a:pt x="22830" y="24015"/>
                    <a:pt x="24015" y="22830"/>
                    <a:pt x="25236" y="21683"/>
                  </a:cubicBezTo>
                  <a:cubicBezTo>
                    <a:pt x="26458" y="20535"/>
                    <a:pt x="27715" y="19427"/>
                    <a:pt x="29006" y="18359"/>
                  </a:cubicBezTo>
                  <a:cubicBezTo>
                    <a:pt x="30297" y="17291"/>
                    <a:pt x="31622" y="16264"/>
                    <a:pt x="32977" y="15279"/>
                  </a:cubicBezTo>
                  <a:cubicBezTo>
                    <a:pt x="34333" y="14294"/>
                    <a:pt x="35719" y="13352"/>
                    <a:pt x="37134" y="12454"/>
                  </a:cubicBezTo>
                  <a:cubicBezTo>
                    <a:pt x="38549" y="11556"/>
                    <a:pt x="39991" y="10703"/>
                    <a:pt x="41460" y="9895"/>
                  </a:cubicBezTo>
                  <a:cubicBezTo>
                    <a:pt x="42928" y="9088"/>
                    <a:pt x="44421" y="8327"/>
                    <a:pt x="45938" y="7614"/>
                  </a:cubicBezTo>
                  <a:cubicBezTo>
                    <a:pt x="47454" y="6900"/>
                    <a:pt x="48992" y="6235"/>
                    <a:pt x="50550" y="5618"/>
                  </a:cubicBezTo>
                  <a:cubicBezTo>
                    <a:pt x="52108" y="5001"/>
                    <a:pt x="53685" y="4433"/>
                    <a:pt x="55279" y="3915"/>
                  </a:cubicBezTo>
                  <a:cubicBezTo>
                    <a:pt x="56872" y="3398"/>
                    <a:pt x="58482" y="2930"/>
                    <a:pt x="60105" y="2513"/>
                  </a:cubicBezTo>
                  <a:cubicBezTo>
                    <a:pt x="61728" y="2097"/>
                    <a:pt x="63364" y="1731"/>
                    <a:pt x="65009" y="1417"/>
                  </a:cubicBezTo>
                  <a:cubicBezTo>
                    <a:pt x="66655" y="1103"/>
                    <a:pt x="68311" y="841"/>
                    <a:pt x="69973" y="631"/>
                  </a:cubicBezTo>
                  <a:cubicBezTo>
                    <a:pt x="71636" y="421"/>
                    <a:pt x="73304" y="263"/>
                    <a:pt x="74977" y="158"/>
                  </a:cubicBezTo>
                  <a:cubicBezTo>
                    <a:pt x="76649" y="53"/>
                    <a:pt x="78324" y="0"/>
                    <a:pt x="80000" y="0"/>
                  </a:cubicBezTo>
                  <a:cubicBezTo>
                    <a:pt x="81676" y="0"/>
                    <a:pt x="83351" y="53"/>
                    <a:pt x="85023" y="158"/>
                  </a:cubicBezTo>
                  <a:cubicBezTo>
                    <a:pt x="86696" y="263"/>
                    <a:pt x="88364" y="421"/>
                    <a:pt x="90027" y="631"/>
                  </a:cubicBezTo>
                  <a:cubicBezTo>
                    <a:pt x="91689" y="841"/>
                    <a:pt x="93345" y="1103"/>
                    <a:pt x="94991" y="1417"/>
                  </a:cubicBezTo>
                  <a:cubicBezTo>
                    <a:pt x="96636" y="1731"/>
                    <a:pt x="98272" y="2097"/>
                    <a:pt x="99895" y="2513"/>
                  </a:cubicBezTo>
                  <a:cubicBezTo>
                    <a:pt x="101518" y="2930"/>
                    <a:pt x="103128" y="3398"/>
                    <a:pt x="104721" y="3915"/>
                  </a:cubicBezTo>
                  <a:cubicBezTo>
                    <a:pt x="106315" y="4433"/>
                    <a:pt x="107892" y="5001"/>
                    <a:pt x="109450" y="5618"/>
                  </a:cubicBezTo>
                  <a:cubicBezTo>
                    <a:pt x="111008" y="6235"/>
                    <a:pt x="112546" y="6900"/>
                    <a:pt x="114062" y="7614"/>
                  </a:cubicBezTo>
                  <a:cubicBezTo>
                    <a:pt x="115579" y="8327"/>
                    <a:pt x="117072" y="9088"/>
                    <a:pt x="118540" y="9895"/>
                  </a:cubicBezTo>
                  <a:cubicBezTo>
                    <a:pt x="120009" y="10703"/>
                    <a:pt x="121451" y="11556"/>
                    <a:pt x="122866" y="12454"/>
                  </a:cubicBezTo>
                  <a:cubicBezTo>
                    <a:pt x="124281" y="13352"/>
                    <a:pt x="125667" y="14294"/>
                    <a:pt x="127023" y="15279"/>
                  </a:cubicBezTo>
                  <a:cubicBezTo>
                    <a:pt x="128378" y="16264"/>
                    <a:pt x="129703" y="17291"/>
                    <a:pt x="130994" y="18359"/>
                  </a:cubicBezTo>
                  <a:cubicBezTo>
                    <a:pt x="132285" y="19427"/>
                    <a:pt x="133542" y="20535"/>
                    <a:pt x="134764" y="21683"/>
                  </a:cubicBezTo>
                  <a:cubicBezTo>
                    <a:pt x="135985" y="22830"/>
                    <a:pt x="137170" y="24015"/>
                    <a:pt x="138317" y="25236"/>
                  </a:cubicBezTo>
                  <a:cubicBezTo>
                    <a:pt x="139465" y="26458"/>
                    <a:pt x="140573" y="27715"/>
                    <a:pt x="141641" y="29006"/>
                  </a:cubicBezTo>
                  <a:cubicBezTo>
                    <a:pt x="142709" y="30297"/>
                    <a:pt x="143736" y="31622"/>
                    <a:pt x="144721" y="32977"/>
                  </a:cubicBezTo>
                  <a:cubicBezTo>
                    <a:pt x="145706" y="34333"/>
                    <a:pt x="146648" y="35719"/>
                    <a:pt x="147546" y="37134"/>
                  </a:cubicBezTo>
                  <a:cubicBezTo>
                    <a:pt x="148444" y="38549"/>
                    <a:pt x="149297" y="39991"/>
                    <a:pt x="150105" y="41460"/>
                  </a:cubicBezTo>
                  <a:cubicBezTo>
                    <a:pt x="150912" y="42928"/>
                    <a:pt x="151673" y="44421"/>
                    <a:pt x="152386" y="45938"/>
                  </a:cubicBezTo>
                  <a:cubicBezTo>
                    <a:pt x="153100" y="47454"/>
                    <a:pt x="153765" y="48992"/>
                    <a:pt x="154382" y="50550"/>
                  </a:cubicBezTo>
                  <a:cubicBezTo>
                    <a:pt x="154999" y="52108"/>
                    <a:pt x="155567" y="53685"/>
                    <a:pt x="156085" y="55279"/>
                  </a:cubicBezTo>
                  <a:cubicBezTo>
                    <a:pt x="156602" y="56872"/>
                    <a:pt x="157070" y="58482"/>
                    <a:pt x="157487" y="60105"/>
                  </a:cubicBezTo>
                  <a:cubicBezTo>
                    <a:pt x="157903" y="61728"/>
                    <a:pt x="158269" y="63364"/>
                    <a:pt x="158583" y="65009"/>
                  </a:cubicBezTo>
                  <a:cubicBezTo>
                    <a:pt x="158897" y="66655"/>
                    <a:pt x="159159" y="68311"/>
                    <a:pt x="159369" y="69973"/>
                  </a:cubicBezTo>
                  <a:cubicBezTo>
                    <a:pt x="159579" y="71636"/>
                    <a:pt x="159737" y="73304"/>
                    <a:pt x="159842" y="74977"/>
                  </a:cubicBezTo>
                  <a:cubicBezTo>
                    <a:pt x="159947" y="76649"/>
                    <a:pt x="160000" y="78324"/>
                    <a:pt x="160000" y="80000"/>
                  </a:cubicBezTo>
                </a:path>
              </a:pathLst>
            </a:custGeom>
            <a:noFill/>
            <a:ln w="66675" cap="rnd">
              <a:solidFill>
                <a:srgbClr val="123D54"/>
              </a:solidFill>
              <a:prstDash val="solid"/>
              <a:round/>
            </a:ln>
          </p:spPr>
        </p:sp>
        <p:sp>
          <p:nvSpPr>
            <p:cNvPr id="54" name="asset-9-lucide-map-pin-check-inside-part-2"/>
            <p:cNvSpPr/>
            <p:nvPr/>
          </p:nvSpPr>
          <p:spPr>
            <a:xfrm>
              <a:off x="90000" y="8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20000"/>
                  </a:moveTo>
                  <a:lnTo>
                    <a:pt x="20000" y="40000"/>
                  </a:lnTo>
                  <a:lnTo>
                    <a:pt x="60000" y="0"/>
                  </a:lnTo>
                </a:path>
              </a:pathLst>
            </a:custGeom>
            <a:noFill/>
            <a:ln w="66675" cap="rnd">
              <a:solidFill>
                <a:srgbClr val="123D54"/>
              </a:solidFill>
              <a:prstDash val="solid"/>
              <a:round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6181725" y="1905000"/>
            <a:ext cx="53816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25" b="1">
                <a:solidFill>
                  <a:srgbClr val="123D54"/>
                </a:solidFill>
                <a:latin typeface="Noto Sans CJK SC"/>
              </a:defRPr>
            </a:pPr>
            <a:r>
              <a:t>布设与运行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725" y="2400300"/>
            <a:ext cx="53816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23D54"/>
                </a:solidFill>
                <a:latin typeface="Noto Sans CJK SC"/>
              </a:defRPr>
            </a:pPr>
            <a:r>
              <a:t>位置、时间窗和设备状态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86325" y="3190875"/>
            <a:ext cx="7000875" cy="127635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5" name="asset-10-lucide-scan-eye" descr="scan-eye — Lucide Icons and Contributors; preserve the bundled full upstream license. Source: https://github.com/lucide-icons/lucide/blob/20aef31db93fe4d9f398dbb15b120d99c48eef95/icons/scan-eye.svg; SVG SHA256: 343741486dfe4188a80628e3b8ae7a71f6ac63e0de5fbf474674b053c8f80721; native DrawingML derivative; recolored 123D54"/>
          <p:cNvGrpSpPr/>
          <p:nvPr/>
        </p:nvGrpSpPr>
        <p:grpSpPr>
          <a:xfrm>
            <a:off x="5114925" y="3400425"/>
            <a:ext cx="800100" cy="800100"/>
            <a:chOff x="0" y="0"/>
            <a:chExt cx="240000" cy="240000"/>
          </a:xfrm>
        </p:grpSpPr>
        <p:sp>
          <p:nvSpPr>
            <p:cNvPr id="56" name="asset-10-lucide-scan-eye-part-1"/>
            <p:cNvSpPr/>
            <p:nvPr/>
          </p:nvSpPr>
          <p:spPr>
            <a:xfrm>
              <a:off x="3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40000"/>
                  </a:move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0000" y="0"/>
                  </a:lnTo>
                </a:path>
              </a:pathLst>
            </a:custGeom>
            <a:noFill/>
            <a:ln w="66675" cap="rnd">
              <a:solidFill>
                <a:srgbClr val="123D54"/>
              </a:solidFill>
              <a:prstDash val="solid"/>
              <a:round/>
            </a:ln>
          </p:spPr>
        </p:sp>
        <p:sp>
          <p:nvSpPr>
            <p:cNvPr id="57" name="asset-10-lucide-scan-eye-part-2"/>
            <p:cNvSpPr/>
            <p:nvPr/>
          </p:nvSpPr>
          <p:spPr>
            <a:xfrm>
              <a:off x="17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0"/>
                  </a:moveTo>
                  <a:lnTo>
                    <a:pt x="20000" y="0"/>
                  </a:ln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lnTo>
                    <a:pt x="40000" y="40000"/>
                  </a:lnTo>
                </a:path>
              </a:pathLst>
            </a:custGeom>
            <a:noFill/>
            <a:ln w="66675" cap="rnd">
              <a:solidFill>
                <a:srgbClr val="123D54"/>
              </a:solidFill>
              <a:prstDash val="solid"/>
              <a:round/>
            </a:ln>
          </p:spPr>
        </p:sp>
        <p:sp>
          <p:nvSpPr>
            <p:cNvPr id="58" name="asset-10-lucide-scan-eye-part-3"/>
            <p:cNvSpPr/>
            <p:nvPr/>
          </p:nvSpPr>
          <p:spPr>
            <a:xfrm>
              <a:off x="17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0"/>
                  </a:moveTo>
                  <a:lnTo>
                    <a:pt x="40000" y="20000"/>
                  </a:ln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lnTo>
                    <a:pt x="0" y="40000"/>
                  </a:lnTo>
                </a:path>
              </a:pathLst>
            </a:custGeom>
            <a:noFill/>
            <a:ln w="66675" cap="rnd">
              <a:solidFill>
                <a:srgbClr val="123D54"/>
              </a:solidFill>
              <a:prstDash val="solid"/>
              <a:round/>
            </a:ln>
          </p:spPr>
        </p:sp>
        <p:sp>
          <p:nvSpPr>
            <p:cNvPr id="59" name="asset-10-lucide-scan-eye-part-4"/>
            <p:cNvSpPr/>
            <p:nvPr/>
          </p:nvSpPr>
          <p:spPr>
            <a:xfrm>
              <a:off x="3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40000"/>
                  </a:moveTo>
                  <a:lnTo>
                    <a:pt x="20000" y="40000"/>
                  </a:ln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lnTo>
                    <a:pt x="0" y="0"/>
                  </a:lnTo>
                </a:path>
              </a:pathLst>
            </a:custGeom>
            <a:noFill/>
            <a:ln w="66675" cap="rnd">
              <a:solidFill>
                <a:srgbClr val="123D54"/>
              </a:solidFill>
              <a:prstDash val="solid"/>
              <a:round/>
            </a:ln>
          </p:spPr>
        </p:sp>
        <p:sp>
          <p:nvSpPr>
            <p:cNvPr id="60" name="asset-10-lucide-scan-eye-part-5"/>
            <p:cNvSpPr/>
            <p:nvPr/>
          </p:nvSpPr>
          <p:spPr>
            <a:xfrm>
              <a:off x="110000" y="110000"/>
              <a:ext cx="20000" cy="20000"/>
            </a:xfrm>
            <a:custGeom>
              <a:avLst/>
              <a:gdLst/>
              <a:ahLst/>
              <a:cxnLst/>
              <a:rect l="0" t="0" r="r" b="b"/>
              <a:pathLst>
                <a:path w="20000" h="20000">
                  <a:moveTo>
                    <a:pt x="20000" y="10000"/>
                  </a:moveTo>
                  <a:cubicBezTo>
                    <a:pt x="20000" y="10209"/>
                    <a:pt x="19993" y="10419"/>
                    <a:pt x="19980" y="10628"/>
                  </a:cubicBezTo>
                  <a:cubicBezTo>
                    <a:pt x="19967" y="10837"/>
                    <a:pt x="19947" y="11046"/>
                    <a:pt x="19921" y="11253"/>
                  </a:cubicBezTo>
                  <a:cubicBezTo>
                    <a:pt x="19895" y="11461"/>
                    <a:pt x="19862" y="11668"/>
                    <a:pt x="19823" y="11874"/>
                  </a:cubicBezTo>
                  <a:cubicBezTo>
                    <a:pt x="19784" y="12080"/>
                    <a:pt x="19738" y="12284"/>
                    <a:pt x="19686" y="12487"/>
                  </a:cubicBezTo>
                  <a:cubicBezTo>
                    <a:pt x="19634" y="12690"/>
                    <a:pt x="19575" y="12891"/>
                    <a:pt x="19511" y="13090"/>
                  </a:cubicBezTo>
                  <a:cubicBezTo>
                    <a:pt x="19446" y="13289"/>
                    <a:pt x="19375" y="13486"/>
                    <a:pt x="19298" y="13681"/>
                  </a:cubicBezTo>
                  <a:cubicBezTo>
                    <a:pt x="19221" y="13876"/>
                    <a:pt x="19137" y="14068"/>
                    <a:pt x="19048" y="14258"/>
                  </a:cubicBezTo>
                  <a:cubicBezTo>
                    <a:pt x="18959" y="14447"/>
                    <a:pt x="18864" y="14634"/>
                    <a:pt x="18763" y="14818"/>
                  </a:cubicBezTo>
                  <a:cubicBezTo>
                    <a:pt x="18662" y="15001"/>
                    <a:pt x="18556" y="15181"/>
                    <a:pt x="18443" y="15358"/>
                  </a:cubicBezTo>
                  <a:cubicBezTo>
                    <a:pt x="18331" y="15535"/>
                    <a:pt x="18213" y="15708"/>
                    <a:pt x="18090" y="15878"/>
                  </a:cubicBezTo>
                  <a:cubicBezTo>
                    <a:pt x="17967" y="16047"/>
                    <a:pt x="17839" y="16213"/>
                    <a:pt x="17705" y="16374"/>
                  </a:cubicBezTo>
                  <a:cubicBezTo>
                    <a:pt x="17572" y="16536"/>
                    <a:pt x="17433" y="16693"/>
                    <a:pt x="17290" y="16845"/>
                  </a:cubicBezTo>
                  <a:cubicBezTo>
                    <a:pt x="17146" y="16998"/>
                    <a:pt x="16998" y="17146"/>
                    <a:pt x="16845" y="17290"/>
                  </a:cubicBezTo>
                  <a:cubicBezTo>
                    <a:pt x="16693" y="17433"/>
                    <a:pt x="16536" y="17572"/>
                    <a:pt x="16374" y="17705"/>
                  </a:cubicBezTo>
                  <a:cubicBezTo>
                    <a:pt x="16213" y="17839"/>
                    <a:pt x="16047" y="17967"/>
                    <a:pt x="15878" y="18090"/>
                  </a:cubicBezTo>
                  <a:cubicBezTo>
                    <a:pt x="15708" y="18213"/>
                    <a:pt x="15535" y="18331"/>
                    <a:pt x="15358" y="18443"/>
                  </a:cubicBezTo>
                  <a:cubicBezTo>
                    <a:pt x="15181" y="18556"/>
                    <a:pt x="15001" y="18662"/>
                    <a:pt x="14818" y="18763"/>
                  </a:cubicBezTo>
                  <a:cubicBezTo>
                    <a:pt x="14634" y="18864"/>
                    <a:pt x="14447" y="18959"/>
                    <a:pt x="14258" y="19048"/>
                  </a:cubicBezTo>
                  <a:cubicBezTo>
                    <a:pt x="14068" y="19137"/>
                    <a:pt x="13876" y="19221"/>
                    <a:pt x="13681" y="19298"/>
                  </a:cubicBezTo>
                  <a:cubicBezTo>
                    <a:pt x="13486" y="19375"/>
                    <a:pt x="13289" y="19446"/>
                    <a:pt x="13090" y="19511"/>
                  </a:cubicBezTo>
                  <a:cubicBezTo>
                    <a:pt x="12891" y="19575"/>
                    <a:pt x="12690" y="19634"/>
                    <a:pt x="12487" y="19686"/>
                  </a:cubicBezTo>
                  <a:cubicBezTo>
                    <a:pt x="12284" y="19738"/>
                    <a:pt x="12080" y="19784"/>
                    <a:pt x="11874" y="19823"/>
                  </a:cubicBezTo>
                  <a:cubicBezTo>
                    <a:pt x="11668" y="19862"/>
                    <a:pt x="11461" y="19895"/>
                    <a:pt x="11253" y="19921"/>
                  </a:cubicBezTo>
                  <a:cubicBezTo>
                    <a:pt x="11046" y="19947"/>
                    <a:pt x="10837" y="19967"/>
                    <a:pt x="10628" y="19980"/>
                  </a:cubicBezTo>
                  <a:cubicBezTo>
                    <a:pt x="10419" y="19993"/>
                    <a:pt x="10209" y="20000"/>
                    <a:pt x="10000" y="20000"/>
                  </a:cubicBezTo>
                  <a:cubicBezTo>
                    <a:pt x="9791" y="20000"/>
                    <a:pt x="9581" y="19993"/>
                    <a:pt x="9372" y="19980"/>
                  </a:cubicBezTo>
                  <a:cubicBezTo>
                    <a:pt x="9163" y="19967"/>
                    <a:pt x="8954" y="19947"/>
                    <a:pt x="8747" y="19921"/>
                  </a:cubicBezTo>
                  <a:cubicBezTo>
                    <a:pt x="8539" y="19895"/>
                    <a:pt x="8332" y="19862"/>
                    <a:pt x="8126" y="19823"/>
                  </a:cubicBezTo>
                  <a:cubicBezTo>
                    <a:pt x="7920" y="19784"/>
                    <a:pt x="7716" y="19738"/>
                    <a:pt x="7513" y="19686"/>
                  </a:cubicBezTo>
                  <a:cubicBezTo>
                    <a:pt x="7310" y="19634"/>
                    <a:pt x="7109" y="19575"/>
                    <a:pt x="6910" y="19511"/>
                  </a:cubicBezTo>
                  <a:cubicBezTo>
                    <a:pt x="6711" y="19446"/>
                    <a:pt x="6514" y="19375"/>
                    <a:pt x="6319" y="19298"/>
                  </a:cubicBezTo>
                  <a:cubicBezTo>
                    <a:pt x="6124" y="19221"/>
                    <a:pt x="5932" y="19137"/>
                    <a:pt x="5742" y="19048"/>
                  </a:cubicBezTo>
                  <a:cubicBezTo>
                    <a:pt x="5553" y="18959"/>
                    <a:pt x="5366" y="18864"/>
                    <a:pt x="5182" y="18763"/>
                  </a:cubicBezTo>
                  <a:cubicBezTo>
                    <a:pt x="4999" y="18662"/>
                    <a:pt x="4819" y="18556"/>
                    <a:pt x="4642" y="18443"/>
                  </a:cubicBezTo>
                  <a:cubicBezTo>
                    <a:pt x="4465" y="18331"/>
                    <a:pt x="4292" y="18213"/>
                    <a:pt x="4122" y="18090"/>
                  </a:cubicBezTo>
                  <a:cubicBezTo>
                    <a:pt x="3953" y="17967"/>
                    <a:pt x="3787" y="17839"/>
                    <a:pt x="3626" y="17705"/>
                  </a:cubicBezTo>
                  <a:cubicBezTo>
                    <a:pt x="3464" y="17572"/>
                    <a:pt x="3307" y="17433"/>
                    <a:pt x="3155" y="17290"/>
                  </a:cubicBezTo>
                  <a:cubicBezTo>
                    <a:pt x="3002" y="17146"/>
                    <a:pt x="2854" y="16998"/>
                    <a:pt x="2710" y="16845"/>
                  </a:cubicBezTo>
                  <a:cubicBezTo>
                    <a:pt x="2567" y="16693"/>
                    <a:pt x="2428" y="16536"/>
                    <a:pt x="2295" y="16374"/>
                  </a:cubicBezTo>
                  <a:cubicBezTo>
                    <a:pt x="2161" y="16213"/>
                    <a:pt x="2033" y="16047"/>
                    <a:pt x="1910" y="15878"/>
                  </a:cubicBezTo>
                  <a:cubicBezTo>
                    <a:pt x="1787" y="15708"/>
                    <a:pt x="1669" y="15535"/>
                    <a:pt x="1557" y="15358"/>
                  </a:cubicBezTo>
                  <a:cubicBezTo>
                    <a:pt x="1444" y="15181"/>
                    <a:pt x="1338" y="15001"/>
                    <a:pt x="1237" y="14818"/>
                  </a:cubicBezTo>
                  <a:cubicBezTo>
                    <a:pt x="1136" y="14634"/>
                    <a:pt x="1041" y="14447"/>
                    <a:pt x="952" y="14258"/>
                  </a:cubicBezTo>
                  <a:cubicBezTo>
                    <a:pt x="863" y="14068"/>
                    <a:pt x="779" y="13876"/>
                    <a:pt x="702" y="13681"/>
                  </a:cubicBezTo>
                  <a:cubicBezTo>
                    <a:pt x="625" y="13486"/>
                    <a:pt x="554" y="13289"/>
                    <a:pt x="489" y="13090"/>
                  </a:cubicBezTo>
                  <a:cubicBezTo>
                    <a:pt x="425" y="12891"/>
                    <a:pt x="366" y="12690"/>
                    <a:pt x="314" y="12487"/>
                  </a:cubicBezTo>
                  <a:cubicBezTo>
                    <a:pt x="262" y="12284"/>
                    <a:pt x="216" y="12080"/>
                    <a:pt x="177" y="11874"/>
                  </a:cubicBezTo>
                  <a:cubicBezTo>
                    <a:pt x="138" y="11668"/>
                    <a:pt x="105" y="11461"/>
                    <a:pt x="79" y="11253"/>
                  </a:cubicBezTo>
                  <a:cubicBezTo>
                    <a:pt x="53" y="11046"/>
                    <a:pt x="33" y="10837"/>
                    <a:pt x="20" y="10628"/>
                  </a:cubicBezTo>
                  <a:cubicBezTo>
                    <a:pt x="7" y="10419"/>
                    <a:pt x="0" y="10209"/>
                    <a:pt x="0" y="10000"/>
                  </a:cubicBez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ubicBezTo>
                    <a:pt x="10209" y="0"/>
                    <a:pt x="10419" y="7"/>
                    <a:pt x="10628" y="20"/>
                  </a:cubicBezTo>
                  <a:cubicBezTo>
                    <a:pt x="10837" y="33"/>
                    <a:pt x="11046" y="53"/>
                    <a:pt x="11253" y="79"/>
                  </a:cubicBezTo>
                  <a:cubicBezTo>
                    <a:pt x="11461" y="105"/>
                    <a:pt x="11668" y="138"/>
                    <a:pt x="11874" y="177"/>
                  </a:cubicBezTo>
                  <a:cubicBezTo>
                    <a:pt x="12080" y="216"/>
                    <a:pt x="12284" y="262"/>
                    <a:pt x="12487" y="314"/>
                  </a:cubicBezTo>
                  <a:cubicBezTo>
                    <a:pt x="12690" y="366"/>
                    <a:pt x="12891" y="425"/>
                    <a:pt x="13090" y="489"/>
                  </a:cubicBezTo>
                  <a:cubicBezTo>
                    <a:pt x="13289" y="554"/>
                    <a:pt x="13486" y="625"/>
                    <a:pt x="13681" y="702"/>
                  </a:cubicBezTo>
                  <a:cubicBezTo>
                    <a:pt x="13876" y="779"/>
                    <a:pt x="14068" y="863"/>
                    <a:pt x="14258" y="952"/>
                  </a:cubicBezTo>
                  <a:cubicBezTo>
                    <a:pt x="14447" y="1041"/>
                    <a:pt x="14634" y="1136"/>
                    <a:pt x="14818" y="1237"/>
                  </a:cubicBezTo>
                  <a:cubicBezTo>
                    <a:pt x="15001" y="1338"/>
                    <a:pt x="15181" y="1444"/>
                    <a:pt x="15358" y="1557"/>
                  </a:cubicBezTo>
                  <a:cubicBezTo>
                    <a:pt x="15535" y="1669"/>
                    <a:pt x="15708" y="1787"/>
                    <a:pt x="15878" y="1910"/>
                  </a:cubicBezTo>
                  <a:cubicBezTo>
                    <a:pt x="16047" y="2033"/>
                    <a:pt x="16213" y="2161"/>
                    <a:pt x="16374" y="2295"/>
                  </a:cubicBezTo>
                  <a:cubicBezTo>
                    <a:pt x="16536" y="2428"/>
                    <a:pt x="16693" y="2567"/>
                    <a:pt x="16845" y="2710"/>
                  </a:cubicBezTo>
                  <a:cubicBezTo>
                    <a:pt x="16998" y="2854"/>
                    <a:pt x="17146" y="3002"/>
                    <a:pt x="17290" y="3155"/>
                  </a:cubicBezTo>
                  <a:cubicBezTo>
                    <a:pt x="17433" y="3307"/>
                    <a:pt x="17572" y="3464"/>
                    <a:pt x="17705" y="3626"/>
                  </a:cubicBezTo>
                  <a:cubicBezTo>
                    <a:pt x="17839" y="3787"/>
                    <a:pt x="17967" y="3953"/>
                    <a:pt x="18090" y="4122"/>
                  </a:cubicBezTo>
                  <a:cubicBezTo>
                    <a:pt x="18213" y="4292"/>
                    <a:pt x="18331" y="4465"/>
                    <a:pt x="18443" y="4642"/>
                  </a:cubicBezTo>
                  <a:cubicBezTo>
                    <a:pt x="18556" y="4819"/>
                    <a:pt x="18662" y="4999"/>
                    <a:pt x="18763" y="5182"/>
                  </a:cubicBezTo>
                  <a:cubicBezTo>
                    <a:pt x="18864" y="5366"/>
                    <a:pt x="18959" y="5553"/>
                    <a:pt x="19048" y="5742"/>
                  </a:cubicBezTo>
                  <a:cubicBezTo>
                    <a:pt x="19137" y="5932"/>
                    <a:pt x="19221" y="6124"/>
                    <a:pt x="19298" y="6319"/>
                  </a:cubicBezTo>
                  <a:cubicBezTo>
                    <a:pt x="19375" y="6514"/>
                    <a:pt x="19446" y="6711"/>
                    <a:pt x="19511" y="6910"/>
                  </a:cubicBezTo>
                  <a:cubicBezTo>
                    <a:pt x="19575" y="7109"/>
                    <a:pt x="19634" y="7310"/>
                    <a:pt x="19686" y="7513"/>
                  </a:cubicBezTo>
                  <a:cubicBezTo>
                    <a:pt x="19738" y="7716"/>
                    <a:pt x="19784" y="7920"/>
                    <a:pt x="19823" y="8126"/>
                  </a:cubicBezTo>
                  <a:cubicBezTo>
                    <a:pt x="19862" y="8332"/>
                    <a:pt x="19895" y="8539"/>
                    <a:pt x="19921" y="8747"/>
                  </a:cubicBezTo>
                  <a:cubicBezTo>
                    <a:pt x="19947" y="8954"/>
                    <a:pt x="19967" y="9163"/>
                    <a:pt x="19980" y="9372"/>
                  </a:cubicBezTo>
                  <a:cubicBezTo>
                    <a:pt x="19993" y="9581"/>
                    <a:pt x="20000" y="9791"/>
                    <a:pt x="20000" y="10000"/>
                  </a:cubicBezTo>
                  <a:close/>
                </a:path>
              </a:pathLst>
            </a:custGeom>
            <a:noFill/>
            <a:ln w="66675" cap="rnd">
              <a:solidFill>
                <a:srgbClr val="123D54"/>
              </a:solidFill>
              <a:prstDash val="solid"/>
              <a:round/>
            </a:ln>
          </p:spPr>
        </p:sp>
        <p:sp>
          <p:nvSpPr>
            <p:cNvPr id="61" name="asset-10-lucide-scan-eye-part-6"/>
            <p:cNvSpPr/>
            <p:nvPr/>
          </p:nvSpPr>
          <p:spPr>
            <a:xfrm>
              <a:off x="50000" y="70039"/>
              <a:ext cx="140000" cy="99922"/>
            </a:xfrm>
            <a:custGeom>
              <a:avLst/>
              <a:gdLst/>
              <a:ahLst/>
              <a:cxnLst/>
              <a:rect l="0" t="0" r="r" b="b"/>
              <a:pathLst>
                <a:path w="140000" h="99922">
                  <a:moveTo>
                    <a:pt x="139440" y="53261"/>
                  </a:moveTo>
                  <a:cubicBezTo>
                    <a:pt x="139507" y="53069"/>
                    <a:pt x="139569" y="52874"/>
                    <a:pt x="139624" y="52678"/>
                  </a:cubicBezTo>
                  <a:cubicBezTo>
                    <a:pt x="139680" y="52482"/>
                    <a:pt x="139729" y="52284"/>
                    <a:pt x="139772" y="52085"/>
                  </a:cubicBezTo>
                  <a:cubicBezTo>
                    <a:pt x="139816" y="51886"/>
                    <a:pt x="139853" y="51685"/>
                    <a:pt x="139884" y="51484"/>
                  </a:cubicBezTo>
                  <a:cubicBezTo>
                    <a:pt x="139915" y="51282"/>
                    <a:pt x="139940" y="51080"/>
                    <a:pt x="139958" y="50877"/>
                  </a:cubicBezTo>
                  <a:cubicBezTo>
                    <a:pt x="139977" y="50674"/>
                    <a:pt x="139989" y="50471"/>
                    <a:pt x="139996" y="50267"/>
                  </a:cubicBezTo>
                  <a:cubicBezTo>
                    <a:pt x="140002" y="50063"/>
                    <a:pt x="140002" y="49859"/>
                    <a:pt x="139996" y="49656"/>
                  </a:cubicBezTo>
                  <a:cubicBezTo>
                    <a:pt x="139989" y="49452"/>
                    <a:pt x="139977" y="49248"/>
                    <a:pt x="139958" y="49045"/>
                  </a:cubicBezTo>
                  <a:cubicBezTo>
                    <a:pt x="139940" y="48842"/>
                    <a:pt x="139915" y="48640"/>
                    <a:pt x="139884" y="48439"/>
                  </a:cubicBezTo>
                  <a:cubicBezTo>
                    <a:pt x="139853" y="48237"/>
                    <a:pt x="139816" y="48037"/>
                    <a:pt x="139772" y="47837"/>
                  </a:cubicBezTo>
                  <a:cubicBezTo>
                    <a:pt x="139729" y="47638"/>
                    <a:pt x="139680" y="47440"/>
                    <a:pt x="139624" y="47244"/>
                  </a:cubicBezTo>
                  <a:cubicBezTo>
                    <a:pt x="139569" y="47048"/>
                    <a:pt x="139507" y="46854"/>
                    <a:pt x="139440" y="46661"/>
                  </a:cubicBezTo>
                  <a:cubicBezTo>
                    <a:pt x="138852" y="45220"/>
                    <a:pt x="138219" y="43797"/>
                    <a:pt x="137542" y="42394"/>
                  </a:cubicBezTo>
                  <a:cubicBezTo>
                    <a:pt x="136865" y="40992"/>
                    <a:pt x="136144" y="39611"/>
                    <a:pt x="135381" y="38254"/>
                  </a:cubicBezTo>
                  <a:cubicBezTo>
                    <a:pt x="134619" y="36896"/>
                    <a:pt x="133814" y="35563"/>
                    <a:pt x="132968" y="34256"/>
                  </a:cubicBezTo>
                  <a:cubicBezTo>
                    <a:pt x="132122" y="32948"/>
                    <a:pt x="131235" y="31668"/>
                    <a:pt x="130310" y="30415"/>
                  </a:cubicBezTo>
                  <a:cubicBezTo>
                    <a:pt x="129384" y="29163"/>
                    <a:pt x="128420" y="27940"/>
                    <a:pt x="127418" y="26748"/>
                  </a:cubicBezTo>
                  <a:cubicBezTo>
                    <a:pt x="126416" y="25556"/>
                    <a:pt x="125377" y="24396"/>
                    <a:pt x="124303" y="23268"/>
                  </a:cubicBezTo>
                  <a:cubicBezTo>
                    <a:pt x="123229" y="22141"/>
                    <a:pt x="122120" y="21047"/>
                    <a:pt x="120978" y="19989"/>
                  </a:cubicBezTo>
                  <a:cubicBezTo>
                    <a:pt x="119836" y="18930"/>
                    <a:pt x="118661" y="17908"/>
                    <a:pt x="117455" y="16922"/>
                  </a:cubicBezTo>
                  <a:cubicBezTo>
                    <a:pt x="116250" y="15937"/>
                    <a:pt x="115013" y="14990"/>
                    <a:pt x="113749" y="14081"/>
                  </a:cubicBezTo>
                  <a:cubicBezTo>
                    <a:pt x="112484" y="13173"/>
                    <a:pt x="111191" y="12304"/>
                    <a:pt x="109872" y="11477"/>
                  </a:cubicBezTo>
                  <a:cubicBezTo>
                    <a:pt x="108553" y="10649"/>
                    <a:pt x="107209" y="9862"/>
                    <a:pt x="105841" y="9118"/>
                  </a:cubicBezTo>
                  <a:cubicBezTo>
                    <a:pt x="104473" y="8374"/>
                    <a:pt x="103083" y="7673"/>
                    <a:pt x="101671" y="7015"/>
                  </a:cubicBezTo>
                  <a:cubicBezTo>
                    <a:pt x="100260" y="6358"/>
                    <a:pt x="98828" y="5744"/>
                    <a:pt x="97379" y="5176"/>
                  </a:cubicBezTo>
                  <a:cubicBezTo>
                    <a:pt x="95929" y="4607"/>
                    <a:pt x="94462" y="4084"/>
                    <a:pt x="92980" y="3607"/>
                  </a:cubicBezTo>
                  <a:cubicBezTo>
                    <a:pt x="91497" y="3130"/>
                    <a:pt x="90001" y="2699"/>
                    <a:pt x="88492" y="2315"/>
                  </a:cubicBezTo>
                  <a:cubicBezTo>
                    <a:pt x="86983" y="1931"/>
                    <a:pt x="85462" y="1595"/>
                    <a:pt x="83932" y="1305"/>
                  </a:cubicBezTo>
                  <a:cubicBezTo>
                    <a:pt x="82402" y="1016"/>
                    <a:pt x="80863" y="775"/>
                    <a:pt x="79318" y="581"/>
                  </a:cubicBezTo>
                  <a:cubicBezTo>
                    <a:pt x="77773" y="388"/>
                    <a:pt x="76222" y="242"/>
                    <a:pt x="74668" y="145"/>
                  </a:cubicBezTo>
                  <a:cubicBezTo>
                    <a:pt x="73114" y="48"/>
                    <a:pt x="71557" y="0"/>
                    <a:pt x="70000" y="0"/>
                  </a:cubicBezTo>
                  <a:cubicBezTo>
                    <a:pt x="68443" y="0"/>
                    <a:pt x="66886" y="48"/>
                    <a:pt x="65332" y="145"/>
                  </a:cubicBezTo>
                  <a:cubicBezTo>
                    <a:pt x="63778" y="242"/>
                    <a:pt x="62227" y="388"/>
                    <a:pt x="60682" y="581"/>
                  </a:cubicBezTo>
                  <a:cubicBezTo>
                    <a:pt x="59137" y="775"/>
                    <a:pt x="57599" y="1016"/>
                    <a:pt x="56069" y="1305"/>
                  </a:cubicBezTo>
                  <a:cubicBezTo>
                    <a:pt x="54539" y="1595"/>
                    <a:pt x="53018" y="1931"/>
                    <a:pt x="51509" y="2315"/>
                  </a:cubicBezTo>
                  <a:cubicBezTo>
                    <a:pt x="50000" y="2699"/>
                    <a:pt x="48503" y="3130"/>
                    <a:pt x="47021" y="3607"/>
                  </a:cubicBezTo>
                  <a:cubicBezTo>
                    <a:pt x="45539" y="4084"/>
                    <a:pt x="44072" y="4607"/>
                    <a:pt x="42622" y="5176"/>
                  </a:cubicBezTo>
                  <a:cubicBezTo>
                    <a:pt x="41172" y="5744"/>
                    <a:pt x="39741" y="6358"/>
                    <a:pt x="38329" y="7015"/>
                  </a:cubicBezTo>
                  <a:cubicBezTo>
                    <a:pt x="36918" y="7673"/>
                    <a:pt x="35527" y="8374"/>
                    <a:pt x="34159" y="9118"/>
                  </a:cubicBezTo>
                  <a:cubicBezTo>
                    <a:pt x="32791" y="9862"/>
                    <a:pt x="31447" y="10649"/>
                    <a:pt x="30128" y="11477"/>
                  </a:cubicBezTo>
                  <a:cubicBezTo>
                    <a:pt x="28809" y="12304"/>
                    <a:pt x="27516" y="13173"/>
                    <a:pt x="26252" y="14081"/>
                  </a:cubicBezTo>
                  <a:cubicBezTo>
                    <a:pt x="24987" y="14990"/>
                    <a:pt x="23751" y="15937"/>
                    <a:pt x="22545" y="16922"/>
                  </a:cubicBezTo>
                  <a:cubicBezTo>
                    <a:pt x="21339" y="17908"/>
                    <a:pt x="20164" y="18930"/>
                    <a:pt x="19022" y="19989"/>
                  </a:cubicBezTo>
                  <a:cubicBezTo>
                    <a:pt x="17880" y="21047"/>
                    <a:pt x="16771" y="22141"/>
                    <a:pt x="15697" y="23268"/>
                  </a:cubicBezTo>
                  <a:cubicBezTo>
                    <a:pt x="14623" y="24396"/>
                    <a:pt x="13584" y="25556"/>
                    <a:pt x="12583" y="26748"/>
                  </a:cubicBezTo>
                  <a:cubicBezTo>
                    <a:pt x="11581" y="27940"/>
                    <a:pt x="10616" y="29163"/>
                    <a:pt x="9691" y="30415"/>
                  </a:cubicBezTo>
                  <a:cubicBezTo>
                    <a:pt x="8765" y="31668"/>
                    <a:pt x="7879" y="32948"/>
                    <a:pt x="7033" y="34256"/>
                  </a:cubicBezTo>
                  <a:cubicBezTo>
                    <a:pt x="6187" y="35563"/>
                    <a:pt x="5382" y="36896"/>
                    <a:pt x="4619" y="38254"/>
                  </a:cubicBezTo>
                  <a:cubicBezTo>
                    <a:pt x="3856" y="39611"/>
                    <a:pt x="3136" y="40992"/>
                    <a:pt x="2459" y="42394"/>
                  </a:cubicBezTo>
                  <a:cubicBezTo>
                    <a:pt x="1782" y="43797"/>
                    <a:pt x="1149" y="45220"/>
                    <a:pt x="560" y="46661"/>
                  </a:cubicBezTo>
                  <a:cubicBezTo>
                    <a:pt x="493" y="46854"/>
                    <a:pt x="432" y="47048"/>
                    <a:pt x="376" y="47244"/>
                  </a:cubicBezTo>
                  <a:cubicBezTo>
                    <a:pt x="321" y="47440"/>
                    <a:pt x="271" y="47638"/>
                    <a:pt x="228" y="47837"/>
                  </a:cubicBezTo>
                  <a:cubicBezTo>
                    <a:pt x="185" y="48037"/>
                    <a:pt x="148" y="48237"/>
                    <a:pt x="117" y="48439"/>
                  </a:cubicBezTo>
                  <a:cubicBezTo>
                    <a:pt x="86" y="48640"/>
                    <a:pt x="61" y="48842"/>
                    <a:pt x="42" y="49045"/>
                  </a:cubicBezTo>
                  <a:cubicBezTo>
                    <a:pt x="23" y="49248"/>
                    <a:pt x="11" y="49452"/>
                    <a:pt x="5" y="49656"/>
                  </a:cubicBezTo>
                  <a:cubicBezTo>
                    <a:pt x="-2" y="49859"/>
                    <a:pt x="-2" y="50063"/>
                    <a:pt x="5" y="50267"/>
                  </a:cubicBezTo>
                  <a:cubicBezTo>
                    <a:pt x="11" y="50471"/>
                    <a:pt x="23" y="50674"/>
                    <a:pt x="42" y="50877"/>
                  </a:cubicBezTo>
                  <a:cubicBezTo>
                    <a:pt x="61" y="51080"/>
                    <a:pt x="86" y="51282"/>
                    <a:pt x="117" y="51484"/>
                  </a:cubicBezTo>
                  <a:cubicBezTo>
                    <a:pt x="148" y="51685"/>
                    <a:pt x="185" y="51886"/>
                    <a:pt x="228" y="52085"/>
                  </a:cubicBezTo>
                  <a:cubicBezTo>
                    <a:pt x="271" y="52284"/>
                    <a:pt x="321" y="52482"/>
                    <a:pt x="376" y="52678"/>
                  </a:cubicBezTo>
                  <a:cubicBezTo>
                    <a:pt x="432" y="52874"/>
                    <a:pt x="493" y="53069"/>
                    <a:pt x="560" y="53261"/>
                  </a:cubicBezTo>
                  <a:cubicBezTo>
                    <a:pt x="1149" y="54703"/>
                    <a:pt x="1782" y="56126"/>
                    <a:pt x="2459" y="57528"/>
                  </a:cubicBezTo>
                  <a:cubicBezTo>
                    <a:pt x="3136" y="58930"/>
                    <a:pt x="3856" y="60311"/>
                    <a:pt x="4619" y="61669"/>
                  </a:cubicBezTo>
                  <a:cubicBezTo>
                    <a:pt x="5382" y="63026"/>
                    <a:pt x="6187" y="64360"/>
                    <a:pt x="7033" y="65667"/>
                  </a:cubicBezTo>
                  <a:cubicBezTo>
                    <a:pt x="7879" y="66974"/>
                    <a:pt x="8765" y="68255"/>
                    <a:pt x="9691" y="69507"/>
                  </a:cubicBezTo>
                  <a:cubicBezTo>
                    <a:pt x="10616" y="70759"/>
                    <a:pt x="11581" y="71982"/>
                    <a:pt x="12583" y="73174"/>
                  </a:cubicBezTo>
                  <a:cubicBezTo>
                    <a:pt x="13584" y="74366"/>
                    <a:pt x="14623" y="75527"/>
                    <a:pt x="15697" y="76654"/>
                  </a:cubicBezTo>
                  <a:cubicBezTo>
                    <a:pt x="16771" y="77782"/>
                    <a:pt x="17880" y="78875"/>
                    <a:pt x="19022" y="79934"/>
                  </a:cubicBezTo>
                  <a:cubicBezTo>
                    <a:pt x="20164" y="80992"/>
                    <a:pt x="21339" y="82015"/>
                    <a:pt x="22545" y="83000"/>
                  </a:cubicBezTo>
                  <a:cubicBezTo>
                    <a:pt x="23751" y="83985"/>
                    <a:pt x="24987" y="84933"/>
                    <a:pt x="26252" y="85841"/>
                  </a:cubicBezTo>
                  <a:cubicBezTo>
                    <a:pt x="27516" y="86749"/>
                    <a:pt x="28809" y="87618"/>
                    <a:pt x="30128" y="88446"/>
                  </a:cubicBezTo>
                  <a:cubicBezTo>
                    <a:pt x="31447" y="89274"/>
                    <a:pt x="32791" y="90060"/>
                    <a:pt x="34159" y="90804"/>
                  </a:cubicBezTo>
                  <a:cubicBezTo>
                    <a:pt x="35527" y="91548"/>
                    <a:pt x="36918" y="92250"/>
                    <a:pt x="38329" y="92907"/>
                  </a:cubicBezTo>
                  <a:cubicBezTo>
                    <a:pt x="39741" y="93565"/>
                    <a:pt x="41172" y="94178"/>
                    <a:pt x="42622" y="94747"/>
                  </a:cubicBezTo>
                  <a:cubicBezTo>
                    <a:pt x="44072" y="95315"/>
                    <a:pt x="45539" y="95838"/>
                    <a:pt x="47021" y="96315"/>
                  </a:cubicBezTo>
                  <a:cubicBezTo>
                    <a:pt x="48503" y="96792"/>
                    <a:pt x="50000" y="97223"/>
                    <a:pt x="51509" y="97607"/>
                  </a:cubicBezTo>
                  <a:cubicBezTo>
                    <a:pt x="53018" y="97991"/>
                    <a:pt x="54539" y="98328"/>
                    <a:pt x="56069" y="98617"/>
                  </a:cubicBezTo>
                  <a:cubicBezTo>
                    <a:pt x="57599" y="98906"/>
                    <a:pt x="59137" y="99148"/>
                    <a:pt x="60682" y="99341"/>
                  </a:cubicBezTo>
                  <a:cubicBezTo>
                    <a:pt x="62227" y="99535"/>
                    <a:pt x="63778" y="99680"/>
                    <a:pt x="65332" y="99777"/>
                  </a:cubicBezTo>
                  <a:cubicBezTo>
                    <a:pt x="66886" y="99874"/>
                    <a:pt x="68443" y="99922"/>
                    <a:pt x="70000" y="99922"/>
                  </a:cubicBezTo>
                  <a:cubicBezTo>
                    <a:pt x="71557" y="99922"/>
                    <a:pt x="73114" y="99874"/>
                    <a:pt x="74668" y="99777"/>
                  </a:cubicBezTo>
                  <a:cubicBezTo>
                    <a:pt x="76222" y="99680"/>
                    <a:pt x="77773" y="99535"/>
                    <a:pt x="79318" y="99341"/>
                  </a:cubicBezTo>
                  <a:cubicBezTo>
                    <a:pt x="80863" y="99148"/>
                    <a:pt x="82402" y="98906"/>
                    <a:pt x="83932" y="98617"/>
                  </a:cubicBezTo>
                  <a:cubicBezTo>
                    <a:pt x="85462" y="98328"/>
                    <a:pt x="86983" y="97991"/>
                    <a:pt x="88492" y="97607"/>
                  </a:cubicBezTo>
                  <a:cubicBezTo>
                    <a:pt x="90001" y="97223"/>
                    <a:pt x="91497" y="96792"/>
                    <a:pt x="92980" y="96315"/>
                  </a:cubicBezTo>
                  <a:cubicBezTo>
                    <a:pt x="94462" y="95838"/>
                    <a:pt x="95929" y="95315"/>
                    <a:pt x="97379" y="94747"/>
                  </a:cubicBezTo>
                  <a:cubicBezTo>
                    <a:pt x="98828" y="94178"/>
                    <a:pt x="100260" y="93565"/>
                    <a:pt x="101671" y="92907"/>
                  </a:cubicBezTo>
                  <a:cubicBezTo>
                    <a:pt x="103083" y="92250"/>
                    <a:pt x="104473" y="91548"/>
                    <a:pt x="105841" y="90804"/>
                  </a:cubicBezTo>
                  <a:cubicBezTo>
                    <a:pt x="107209" y="90060"/>
                    <a:pt x="108553" y="89274"/>
                    <a:pt x="109872" y="88446"/>
                  </a:cubicBezTo>
                  <a:cubicBezTo>
                    <a:pt x="111191" y="87618"/>
                    <a:pt x="112484" y="86749"/>
                    <a:pt x="113749" y="85841"/>
                  </a:cubicBezTo>
                  <a:cubicBezTo>
                    <a:pt x="115013" y="84933"/>
                    <a:pt x="116250" y="83985"/>
                    <a:pt x="117455" y="83000"/>
                  </a:cubicBezTo>
                  <a:cubicBezTo>
                    <a:pt x="118661" y="82015"/>
                    <a:pt x="119836" y="80992"/>
                    <a:pt x="120978" y="79934"/>
                  </a:cubicBezTo>
                  <a:cubicBezTo>
                    <a:pt x="122120" y="78875"/>
                    <a:pt x="123229" y="77782"/>
                    <a:pt x="124303" y="76654"/>
                  </a:cubicBezTo>
                  <a:cubicBezTo>
                    <a:pt x="125377" y="75527"/>
                    <a:pt x="126416" y="74366"/>
                    <a:pt x="127418" y="73174"/>
                  </a:cubicBezTo>
                  <a:cubicBezTo>
                    <a:pt x="128420" y="71982"/>
                    <a:pt x="129384" y="70759"/>
                    <a:pt x="130310" y="69507"/>
                  </a:cubicBezTo>
                  <a:cubicBezTo>
                    <a:pt x="131235" y="68255"/>
                    <a:pt x="132122" y="66974"/>
                    <a:pt x="132968" y="65667"/>
                  </a:cubicBezTo>
                  <a:cubicBezTo>
                    <a:pt x="133814" y="64360"/>
                    <a:pt x="134619" y="63026"/>
                    <a:pt x="135381" y="61669"/>
                  </a:cubicBezTo>
                  <a:cubicBezTo>
                    <a:pt x="136144" y="60311"/>
                    <a:pt x="136865" y="58930"/>
                    <a:pt x="137542" y="57528"/>
                  </a:cubicBezTo>
                  <a:cubicBezTo>
                    <a:pt x="138219" y="56126"/>
                    <a:pt x="138852" y="54703"/>
                    <a:pt x="139440" y="53261"/>
                  </a:cubicBezTo>
                </a:path>
              </a:pathLst>
            </a:custGeom>
            <a:noFill/>
            <a:ln w="66675" cap="rnd">
              <a:solidFill>
                <a:srgbClr val="123D54"/>
              </a:solidFill>
              <a:prstDash val="solid"/>
              <a:round/>
            </a:ln>
          </p:spPr>
        </p:sp>
      </p:grpSp>
      <p:sp>
        <p:nvSpPr>
          <p:cNvPr id="17" name="TextBox 16"/>
          <p:cNvSpPr txBox="1"/>
          <p:nvPr/>
        </p:nvSpPr>
        <p:spPr>
          <a:xfrm>
            <a:off x="6181725" y="3343275"/>
            <a:ext cx="53816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25" b="1">
                <a:solidFill>
                  <a:srgbClr val="123D54"/>
                </a:solidFill>
                <a:latin typeface="Noto Sans CJK SC"/>
              </a:defRPr>
            </a:pPr>
            <a:r>
              <a:t>记录与复核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725" y="3838575"/>
            <a:ext cx="53816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23D54"/>
                </a:solidFill>
                <a:latin typeface="Noto Sans CJK SC"/>
              </a:defRPr>
            </a:pPr>
            <a:r>
              <a:t>保留原始影像，按实际标准复核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86325" y="4629150"/>
            <a:ext cx="7000875" cy="127635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2" name="asset-11-lucide-chart-scatter" descr="chart-scatter — Lucide Icons and Contributors; preserve the bundled full upstream license. Source: https://github.com/lucide-icons/lucide/blob/20aef31db93fe4d9f398dbb15b120d99c48eef95/icons/chart-scatter.svg; SVG SHA256: 17dbdf3da5309c6090ce60037a8ad2125bdfecfbe853c0019034294c0a8f3ce1; native DrawingML derivative; recolored 123D54"/>
          <p:cNvGrpSpPr/>
          <p:nvPr/>
        </p:nvGrpSpPr>
        <p:grpSpPr>
          <a:xfrm>
            <a:off x="5114925" y="4838700"/>
            <a:ext cx="800100" cy="800100"/>
            <a:chOff x="0" y="0"/>
            <a:chExt cx="240000" cy="240000"/>
          </a:xfrm>
        </p:grpSpPr>
        <p:sp>
          <p:nvSpPr>
            <p:cNvPr id="63" name="asset-11-lucide-chart-scatter-part-1"/>
            <p:cNvSpPr/>
            <p:nvPr/>
          </p:nvSpPr>
          <p:spPr>
            <a:xfrm>
              <a:off x="70000" y="70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10000" y="5000"/>
                  </a:moveTo>
                  <a:cubicBezTo>
                    <a:pt x="10000" y="5105"/>
                    <a:pt x="9997" y="5209"/>
                    <a:pt x="9990" y="5314"/>
                  </a:cubicBezTo>
                  <a:cubicBezTo>
                    <a:pt x="9984" y="5418"/>
                    <a:pt x="9974" y="5523"/>
                    <a:pt x="9961" y="5627"/>
                  </a:cubicBezTo>
                  <a:cubicBezTo>
                    <a:pt x="9947" y="5731"/>
                    <a:pt x="9931" y="5834"/>
                    <a:pt x="9911" y="5937"/>
                  </a:cubicBezTo>
                  <a:cubicBezTo>
                    <a:pt x="9892" y="6040"/>
                    <a:pt x="9869" y="6142"/>
                    <a:pt x="9843" y="6243"/>
                  </a:cubicBezTo>
                  <a:cubicBezTo>
                    <a:pt x="9817" y="6345"/>
                    <a:pt x="9788" y="6445"/>
                    <a:pt x="9755" y="6545"/>
                  </a:cubicBezTo>
                  <a:cubicBezTo>
                    <a:pt x="9723" y="6645"/>
                    <a:pt x="9687" y="6743"/>
                    <a:pt x="9649" y="6841"/>
                  </a:cubicBezTo>
                  <a:cubicBezTo>
                    <a:pt x="9610" y="6938"/>
                    <a:pt x="9569" y="7034"/>
                    <a:pt x="9524" y="7129"/>
                  </a:cubicBezTo>
                  <a:cubicBezTo>
                    <a:pt x="9480" y="7224"/>
                    <a:pt x="9432" y="7317"/>
                    <a:pt x="9382" y="7409"/>
                  </a:cubicBezTo>
                  <a:cubicBezTo>
                    <a:pt x="9331" y="7501"/>
                    <a:pt x="9278" y="7591"/>
                    <a:pt x="9222" y="7679"/>
                  </a:cubicBezTo>
                  <a:cubicBezTo>
                    <a:pt x="9166" y="7768"/>
                    <a:pt x="9107" y="7854"/>
                    <a:pt x="9045" y="7939"/>
                  </a:cubicBezTo>
                  <a:cubicBezTo>
                    <a:pt x="8984" y="8024"/>
                    <a:pt x="8919" y="8106"/>
                    <a:pt x="8853" y="8187"/>
                  </a:cubicBezTo>
                  <a:cubicBezTo>
                    <a:pt x="8786" y="8268"/>
                    <a:pt x="8717" y="8346"/>
                    <a:pt x="8645" y="8423"/>
                  </a:cubicBezTo>
                  <a:cubicBezTo>
                    <a:pt x="8573" y="8499"/>
                    <a:pt x="8499" y="8573"/>
                    <a:pt x="8423" y="8645"/>
                  </a:cubicBezTo>
                  <a:cubicBezTo>
                    <a:pt x="8346" y="8717"/>
                    <a:pt x="8268" y="8786"/>
                    <a:pt x="8187" y="8853"/>
                  </a:cubicBezTo>
                  <a:cubicBezTo>
                    <a:pt x="8106" y="8919"/>
                    <a:pt x="8024" y="8984"/>
                    <a:pt x="7939" y="9045"/>
                  </a:cubicBezTo>
                  <a:cubicBezTo>
                    <a:pt x="7854" y="9107"/>
                    <a:pt x="7768" y="9166"/>
                    <a:pt x="7679" y="9222"/>
                  </a:cubicBezTo>
                  <a:cubicBezTo>
                    <a:pt x="7591" y="9278"/>
                    <a:pt x="7501" y="9331"/>
                    <a:pt x="7409" y="9382"/>
                  </a:cubicBezTo>
                  <a:cubicBezTo>
                    <a:pt x="7317" y="9432"/>
                    <a:pt x="7224" y="9480"/>
                    <a:pt x="7129" y="9524"/>
                  </a:cubicBezTo>
                  <a:cubicBezTo>
                    <a:pt x="7034" y="9569"/>
                    <a:pt x="6938" y="9610"/>
                    <a:pt x="6841" y="9649"/>
                  </a:cubicBezTo>
                  <a:cubicBezTo>
                    <a:pt x="6743" y="9687"/>
                    <a:pt x="6645" y="9723"/>
                    <a:pt x="6545" y="9755"/>
                  </a:cubicBezTo>
                  <a:cubicBezTo>
                    <a:pt x="6445" y="9788"/>
                    <a:pt x="6345" y="9817"/>
                    <a:pt x="6243" y="9843"/>
                  </a:cubicBezTo>
                  <a:cubicBezTo>
                    <a:pt x="6142" y="9869"/>
                    <a:pt x="6040" y="9892"/>
                    <a:pt x="5937" y="9911"/>
                  </a:cubicBezTo>
                  <a:cubicBezTo>
                    <a:pt x="5834" y="9931"/>
                    <a:pt x="5731" y="9947"/>
                    <a:pt x="5627" y="9961"/>
                  </a:cubicBezTo>
                  <a:cubicBezTo>
                    <a:pt x="5523" y="9974"/>
                    <a:pt x="5418" y="9984"/>
                    <a:pt x="5314" y="9990"/>
                  </a:cubicBezTo>
                  <a:cubicBezTo>
                    <a:pt x="5209" y="9997"/>
                    <a:pt x="5105" y="10000"/>
                    <a:pt x="5000" y="10000"/>
                  </a:cubicBezTo>
                  <a:cubicBezTo>
                    <a:pt x="4895" y="10000"/>
                    <a:pt x="4791" y="9997"/>
                    <a:pt x="4686" y="9990"/>
                  </a:cubicBezTo>
                  <a:cubicBezTo>
                    <a:pt x="4582" y="9984"/>
                    <a:pt x="4477" y="9974"/>
                    <a:pt x="4373" y="9961"/>
                  </a:cubicBezTo>
                  <a:cubicBezTo>
                    <a:pt x="4269" y="9947"/>
                    <a:pt x="4166" y="9931"/>
                    <a:pt x="4063" y="9911"/>
                  </a:cubicBezTo>
                  <a:cubicBezTo>
                    <a:pt x="3960" y="9892"/>
                    <a:pt x="3858" y="9869"/>
                    <a:pt x="3757" y="9843"/>
                  </a:cubicBezTo>
                  <a:cubicBezTo>
                    <a:pt x="3655" y="9817"/>
                    <a:pt x="3555" y="9788"/>
                    <a:pt x="3455" y="9755"/>
                  </a:cubicBezTo>
                  <a:cubicBezTo>
                    <a:pt x="3355" y="9723"/>
                    <a:pt x="3257" y="9687"/>
                    <a:pt x="3159" y="9649"/>
                  </a:cubicBezTo>
                  <a:cubicBezTo>
                    <a:pt x="3062" y="9610"/>
                    <a:pt x="2966" y="9569"/>
                    <a:pt x="2871" y="9524"/>
                  </a:cubicBezTo>
                  <a:cubicBezTo>
                    <a:pt x="2776" y="9480"/>
                    <a:pt x="2683" y="9432"/>
                    <a:pt x="2591" y="9382"/>
                  </a:cubicBezTo>
                  <a:cubicBezTo>
                    <a:pt x="2499" y="9331"/>
                    <a:pt x="2409" y="9278"/>
                    <a:pt x="2321" y="9222"/>
                  </a:cubicBezTo>
                  <a:cubicBezTo>
                    <a:pt x="2232" y="9166"/>
                    <a:pt x="2146" y="9107"/>
                    <a:pt x="2061" y="9045"/>
                  </a:cubicBezTo>
                  <a:cubicBezTo>
                    <a:pt x="1976" y="8984"/>
                    <a:pt x="1894" y="8919"/>
                    <a:pt x="1813" y="8853"/>
                  </a:cubicBezTo>
                  <a:cubicBezTo>
                    <a:pt x="1732" y="8786"/>
                    <a:pt x="1654" y="8717"/>
                    <a:pt x="1577" y="8645"/>
                  </a:cubicBezTo>
                  <a:cubicBezTo>
                    <a:pt x="1501" y="8573"/>
                    <a:pt x="1427" y="8499"/>
                    <a:pt x="1355" y="8423"/>
                  </a:cubicBezTo>
                  <a:cubicBezTo>
                    <a:pt x="1283" y="8346"/>
                    <a:pt x="1214" y="8268"/>
                    <a:pt x="1147" y="8187"/>
                  </a:cubicBezTo>
                  <a:cubicBezTo>
                    <a:pt x="1081" y="8106"/>
                    <a:pt x="1016" y="8024"/>
                    <a:pt x="955" y="7939"/>
                  </a:cubicBezTo>
                  <a:cubicBezTo>
                    <a:pt x="893" y="7854"/>
                    <a:pt x="834" y="7768"/>
                    <a:pt x="778" y="7679"/>
                  </a:cubicBezTo>
                  <a:cubicBezTo>
                    <a:pt x="722" y="7591"/>
                    <a:pt x="669" y="7501"/>
                    <a:pt x="618" y="7409"/>
                  </a:cubicBezTo>
                  <a:cubicBezTo>
                    <a:pt x="568" y="7317"/>
                    <a:pt x="520" y="7224"/>
                    <a:pt x="476" y="7129"/>
                  </a:cubicBezTo>
                  <a:cubicBezTo>
                    <a:pt x="431" y="7034"/>
                    <a:pt x="390" y="6938"/>
                    <a:pt x="351" y="6841"/>
                  </a:cubicBezTo>
                  <a:cubicBezTo>
                    <a:pt x="313" y="6743"/>
                    <a:pt x="277" y="6645"/>
                    <a:pt x="245" y="6545"/>
                  </a:cubicBezTo>
                  <a:cubicBezTo>
                    <a:pt x="212" y="6445"/>
                    <a:pt x="183" y="6345"/>
                    <a:pt x="157" y="6243"/>
                  </a:cubicBezTo>
                  <a:cubicBezTo>
                    <a:pt x="131" y="6142"/>
                    <a:pt x="108" y="6040"/>
                    <a:pt x="89" y="5937"/>
                  </a:cubicBezTo>
                  <a:cubicBezTo>
                    <a:pt x="69" y="5834"/>
                    <a:pt x="53" y="5731"/>
                    <a:pt x="39" y="5627"/>
                  </a:cubicBezTo>
                  <a:cubicBezTo>
                    <a:pt x="26" y="5523"/>
                    <a:pt x="16" y="5418"/>
                    <a:pt x="10" y="5314"/>
                  </a:cubicBezTo>
                  <a:cubicBezTo>
                    <a:pt x="3" y="5209"/>
                    <a:pt x="0" y="5105"/>
                    <a:pt x="0" y="5000"/>
                  </a:cubicBezTo>
                  <a:cubicBezTo>
                    <a:pt x="0" y="4895"/>
                    <a:pt x="3" y="4791"/>
                    <a:pt x="10" y="4686"/>
                  </a:cubicBezTo>
                  <a:cubicBezTo>
                    <a:pt x="16" y="4582"/>
                    <a:pt x="26" y="4477"/>
                    <a:pt x="39" y="4373"/>
                  </a:cubicBezTo>
                  <a:cubicBezTo>
                    <a:pt x="53" y="4269"/>
                    <a:pt x="69" y="4166"/>
                    <a:pt x="89" y="4063"/>
                  </a:cubicBezTo>
                  <a:cubicBezTo>
                    <a:pt x="108" y="3960"/>
                    <a:pt x="131" y="3858"/>
                    <a:pt x="157" y="3757"/>
                  </a:cubicBezTo>
                  <a:cubicBezTo>
                    <a:pt x="183" y="3655"/>
                    <a:pt x="212" y="3555"/>
                    <a:pt x="245" y="3455"/>
                  </a:cubicBezTo>
                  <a:cubicBezTo>
                    <a:pt x="277" y="3355"/>
                    <a:pt x="313" y="3257"/>
                    <a:pt x="351" y="3159"/>
                  </a:cubicBezTo>
                  <a:cubicBezTo>
                    <a:pt x="390" y="3062"/>
                    <a:pt x="431" y="2966"/>
                    <a:pt x="476" y="2871"/>
                  </a:cubicBezTo>
                  <a:cubicBezTo>
                    <a:pt x="520" y="2776"/>
                    <a:pt x="568" y="2683"/>
                    <a:pt x="618" y="2591"/>
                  </a:cubicBezTo>
                  <a:cubicBezTo>
                    <a:pt x="669" y="2499"/>
                    <a:pt x="722" y="2409"/>
                    <a:pt x="778" y="2321"/>
                  </a:cubicBezTo>
                  <a:cubicBezTo>
                    <a:pt x="834" y="2232"/>
                    <a:pt x="893" y="2146"/>
                    <a:pt x="955" y="2061"/>
                  </a:cubicBezTo>
                  <a:cubicBezTo>
                    <a:pt x="1016" y="1976"/>
                    <a:pt x="1081" y="1894"/>
                    <a:pt x="1147" y="1813"/>
                  </a:cubicBezTo>
                  <a:cubicBezTo>
                    <a:pt x="1214" y="1732"/>
                    <a:pt x="1283" y="1654"/>
                    <a:pt x="1355" y="1577"/>
                  </a:cubicBezTo>
                  <a:cubicBezTo>
                    <a:pt x="1427" y="1501"/>
                    <a:pt x="1501" y="1427"/>
                    <a:pt x="1577" y="1355"/>
                  </a:cubicBezTo>
                  <a:cubicBezTo>
                    <a:pt x="1654" y="1283"/>
                    <a:pt x="1732" y="1214"/>
                    <a:pt x="1813" y="1147"/>
                  </a:cubicBezTo>
                  <a:cubicBezTo>
                    <a:pt x="1894" y="1081"/>
                    <a:pt x="1976" y="1016"/>
                    <a:pt x="2061" y="955"/>
                  </a:cubicBezTo>
                  <a:cubicBezTo>
                    <a:pt x="2146" y="893"/>
                    <a:pt x="2232" y="834"/>
                    <a:pt x="2321" y="778"/>
                  </a:cubicBezTo>
                  <a:cubicBezTo>
                    <a:pt x="2409" y="722"/>
                    <a:pt x="2499" y="669"/>
                    <a:pt x="2591" y="618"/>
                  </a:cubicBezTo>
                  <a:cubicBezTo>
                    <a:pt x="2683" y="568"/>
                    <a:pt x="2776" y="520"/>
                    <a:pt x="2871" y="476"/>
                  </a:cubicBezTo>
                  <a:cubicBezTo>
                    <a:pt x="2966" y="431"/>
                    <a:pt x="3062" y="390"/>
                    <a:pt x="3159" y="351"/>
                  </a:cubicBezTo>
                  <a:cubicBezTo>
                    <a:pt x="3257" y="313"/>
                    <a:pt x="3355" y="277"/>
                    <a:pt x="3455" y="245"/>
                  </a:cubicBezTo>
                  <a:cubicBezTo>
                    <a:pt x="3555" y="212"/>
                    <a:pt x="3655" y="183"/>
                    <a:pt x="3757" y="157"/>
                  </a:cubicBezTo>
                  <a:cubicBezTo>
                    <a:pt x="3858" y="131"/>
                    <a:pt x="3960" y="108"/>
                    <a:pt x="4063" y="89"/>
                  </a:cubicBezTo>
                  <a:cubicBezTo>
                    <a:pt x="4166" y="69"/>
                    <a:pt x="4269" y="53"/>
                    <a:pt x="4373" y="39"/>
                  </a:cubicBezTo>
                  <a:cubicBezTo>
                    <a:pt x="4477" y="26"/>
                    <a:pt x="4582" y="16"/>
                    <a:pt x="4686" y="10"/>
                  </a:cubicBezTo>
                  <a:cubicBezTo>
                    <a:pt x="4791" y="3"/>
                    <a:pt x="4895" y="0"/>
                    <a:pt x="5000" y="0"/>
                  </a:cubicBezTo>
                  <a:cubicBezTo>
                    <a:pt x="5105" y="0"/>
                    <a:pt x="5209" y="3"/>
                    <a:pt x="5314" y="10"/>
                  </a:cubicBezTo>
                  <a:cubicBezTo>
                    <a:pt x="5418" y="16"/>
                    <a:pt x="5523" y="26"/>
                    <a:pt x="5627" y="39"/>
                  </a:cubicBezTo>
                  <a:cubicBezTo>
                    <a:pt x="5731" y="53"/>
                    <a:pt x="5834" y="69"/>
                    <a:pt x="5937" y="89"/>
                  </a:cubicBezTo>
                  <a:cubicBezTo>
                    <a:pt x="6040" y="108"/>
                    <a:pt x="6142" y="131"/>
                    <a:pt x="6243" y="157"/>
                  </a:cubicBezTo>
                  <a:cubicBezTo>
                    <a:pt x="6345" y="183"/>
                    <a:pt x="6445" y="212"/>
                    <a:pt x="6545" y="245"/>
                  </a:cubicBezTo>
                  <a:cubicBezTo>
                    <a:pt x="6645" y="277"/>
                    <a:pt x="6743" y="313"/>
                    <a:pt x="6841" y="351"/>
                  </a:cubicBezTo>
                  <a:cubicBezTo>
                    <a:pt x="6938" y="390"/>
                    <a:pt x="7034" y="431"/>
                    <a:pt x="7129" y="476"/>
                  </a:cubicBezTo>
                  <a:cubicBezTo>
                    <a:pt x="7224" y="520"/>
                    <a:pt x="7317" y="568"/>
                    <a:pt x="7409" y="618"/>
                  </a:cubicBezTo>
                  <a:cubicBezTo>
                    <a:pt x="7501" y="669"/>
                    <a:pt x="7591" y="722"/>
                    <a:pt x="7679" y="778"/>
                  </a:cubicBezTo>
                  <a:cubicBezTo>
                    <a:pt x="7768" y="834"/>
                    <a:pt x="7854" y="893"/>
                    <a:pt x="7939" y="955"/>
                  </a:cubicBezTo>
                  <a:cubicBezTo>
                    <a:pt x="8024" y="1016"/>
                    <a:pt x="8106" y="1081"/>
                    <a:pt x="8187" y="1147"/>
                  </a:cubicBezTo>
                  <a:cubicBezTo>
                    <a:pt x="8268" y="1214"/>
                    <a:pt x="8346" y="1283"/>
                    <a:pt x="8423" y="1355"/>
                  </a:cubicBezTo>
                  <a:cubicBezTo>
                    <a:pt x="8499" y="1427"/>
                    <a:pt x="8573" y="1501"/>
                    <a:pt x="8645" y="1577"/>
                  </a:cubicBezTo>
                  <a:cubicBezTo>
                    <a:pt x="8717" y="1654"/>
                    <a:pt x="8786" y="1732"/>
                    <a:pt x="8853" y="1813"/>
                  </a:cubicBezTo>
                  <a:cubicBezTo>
                    <a:pt x="8919" y="1894"/>
                    <a:pt x="8984" y="1976"/>
                    <a:pt x="9045" y="2061"/>
                  </a:cubicBezTo>
                  <a:cubicBezTo>
                    <a:pt x="9107" y="2146"/>
                    <a:pt x="9166" y="2232"/>
                    <a:pt x="9222" y="2321"/>
                  </a:cubicBezTo>
                  <a:cubicBezTo>
                    <a:pt x="9278" y="2409"/>
                    <a:pt x="9331" y="2499"/>
                    <a:pt x="9382" y="2591"/>
                  </a:cubicBezTo>
                  <a:cubicBezTo>
                    <a:pt x="9432" y="2683"/>
                    <a:pt x="9480" y="2776"/>
                    <a:pt x="9524" y="2871"/>
                  </a:cubicBezTo>
                  <a:cubicBezTo>
                    <a:pt x="9569" y="2966"/>
                    <a:pt x="9610" y="3062"/>
                    <a:pt x="9649" y="3159"/>
                  </a:cubicBezTo>
                  <a:cubicBezTo>
                    <a:pt x="9687" y="3257"/>
                    <a:pt x="9723" y="3355"/>
                    <a:pt x="9755" y="3455"/>
                  </a:cubicBezTo>
                  <a:cubicBezTo>
                    <a:pt x="9788" y="3555"/>
                    <a:pt x="9817" y="3655"/>
                    <a:pt x="9843" y="3757"/>
                  </a:cubicBezTo>
                  <a:cubicBezTo>
                    <a:pt x="9869" y="3858"/>
                    <a:pt x="9892" y="3960"/>
                    <a:pt x="9911" y="4063"/>
                  </a:cubicBezTo>
                  <a:cubicBezTo>
                    <a:pt x="9931" y="4166"/>
                    <a:pt x="9947" y="4269"/>
                    <a:pt x="9961" y="4373"/>
                  </a:cubicBezTo>
                  <a:cubicBezTo>
                    <a:pt x="9974" y="4477"/>
                    <a:pt x="9984" y="4582"/>
                    <a:pt x="9990" y="4686"/>
                  </a:cubicBezTo>
                  <a:cubicBezTo>
                    <a:pt x="9997" y="4791"/>
                    <a:pt x="10000" y="4895"/>
                    <a:pt x="10000" y="5000"/>
                  </a:cubicBezTo>
                  <a:close/>
                </a:path>
              </a:pathLst>
            </a:custGeom>
            <a:solidFill>
              <a:srgbClr val="123D54"/>
            </a:solidFill>
            <a:ln w="66675" cap="rnd">
              <a:solidFill>
                <a:srgbClr val="123D54"/>
              </a:solidFill>
              <a:prstDash val="solid"/>
              <a:round/>
            </a:ln>
          </p:spPr>
        </p:sp>
        <p:sp>
          <p:nvSpPr>
            <p:cNvPr id="64" name="asset-11-lucide-chart-scatter-part-2"/>
            <p:cNvSpPr/>
            <p:nvPr/>
          </p:nvSpPr>
          <p:spPr>
            <a:xfrm>
              <a:off x="180000" y="50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10000" y="5000"/>
                  </a:moveTo>
                  <a:cubicBezTo>
                    <a:pt x="10000" y="5105"/>
                    <a:pt x="9997" y="5209"/>
                    <a:pt x="9990" y="5314"/>
                  </a:cubicBezTo>
                  <a:cubicBezTo>
                    <a:pt x="9984" y="5418"/>
                    <a:pt x="9974" y="5523"/>
                    <a:pt x="9961" y="5627"/>
                  </a:cubicBezTo>
                  <a:cubicBezTo>
                    <a:pt x="9947" y="5731"/>
                    <a:pt x="9931" y="5834"/>
                    <a:pt x="9911" y="5937"/>
                  </a:cubicBezTo>
                  <a:cubicBezTo>
                    <a:pt x="9892" y="6040"/>
                    <a:pt x="9869" y="6142"/>
                    <a:pt x="9843" y="6243"/>
                  </a:cubicBezTo>
                  <a:cubicBezTo>
                    <a:pt x="9817" y="6345"/>
                    <a:pt x="9788" y="6445"/>
                    <a:pt x="9755" y="6545"/>
                  </a:cubicBezTo>
                  <a:cubicBezTo>
                    <a:pt x="9723" y="6645"/>
                    <a:pt x="9687" y="6743"/>
                    <a:pt x="9649" y="6841"/>
                  </a:cubicBezTo>
                  <a:cubicBezTo>
                    <a:pt x="9610" y="6938"/>
                    <a:pt x="9569" y="7034"/>
                    <a:pt x="9524" y="7129"/>
                  </a:cubicBezTo>
                  <a:cubicBezTo>
                    <a:pt x="9480" y="7224"/>
                    <a:pt x="9432" y="7317"/>
                    <a:pt x="9382" y="7409"/>
                  </a:cubicBezTo>
                  <a:cubicBezTo>
                    <a:pt x="9331" y="7501"/>
                    <a:pt x="9278" y="7591"/>
                    <a:pt x="9222" y="7679"/>
                  </a:cubicBezTo>
                  <a:cubicBezTo>
                    <a:pt x="9166" y="7768"/>
                    <a:pt x="9107" y="7854"/>
                    <a:pt x="9045" y="7939"/>
                  </a:cubicBezTo>
                  <a:cubicBezTo>
                    <a:pt x="8984" y="8024"/>
                    <a:pt x="8919" y="8106"/>
                    <a:pt x="8853" y="8187"/>
                  </a:cubicBezTo>
                  <a:cubicBezTo>
                    <a:pt x="8786" y="8268"/>
                    <a:pt x="8717" y="8346"/>
                    <a:pt x="8645" y="8423"/>
                  </a:cubicBezTo>
                  <a:cubicBezTo>
                    <a:pt x="8573" y="8499"/>
                    <a:pt x="8499" y="8573"/>
                    <a:pt x="8423" y="8645"/>
                  </a:cubicBezTo>
                  <a:cubicBezTo>
                    <a:pt x="8346" y="8717"/>
                    <a:pt x="8268" y="8786"/>
                    <a:pt x="8187" y="8853"/>
                  </a:cubicBezTo>
                  <a:cubicBezTo>
                    <a:pt x="8106" y="8919"/>
                    <a:pt x="8024" y="8984"/>
                    <a:pt x="7939" y="9045"/>
                  </a:cubicBezTo>
                  <a:cubicBezTo>
                    <a:pt x="7854" y="9107"/>
                    <a:pt x="7768" y="9166"/>
                    <a:pt x="7679" y="9222"/>
                  </a:cubicBezTo>
                  <a:cubicBezTo>
                    <a:pt x="7591" y="9278"/>
                    <a:pt x="7501" y="9331"/>
                    <a:pt x="7409" y="9382"/>
                  </a:cubicBezTo>
                  <a:cubicBezTo>
                    <a:pt x="7317" y="9432"/>
                    <a:pt x="7224" y="9480"/>
                    <a:pt x="7129" y="9524"/>
                  </a:cubicBezTo>
                  <a:cubicBezTo>
                    <a:pt x="7034" y="9569"/>
                    <a:pt x="6938" y="9610"/>
                    <a:pt x="6841" y="9649"/>
                  </a:cubicBezTo>
                  <a:cubicBezTo>
                    <a:pt x="6743" y="9687"/>
                    <a:pt x="6645" y="9723"/>
                    <a:pt x="6545" y="9755"/>
                  </a:cubicBezTo>
                  <a:cubicBezTo>
                    <a:pt x="6445" y="9788"/>
                    <a:pt x="6345" y="9817"/>
                    <a:pt x="6243" y="9843"/>
                  </a:cubicBezTo>
                  <a:cubicBezTo>
                    <a:pt x="6142" y="9869"/>
                    <a:pt x="6040" y="9892"/>
                    <a:pt x="5937" y="9911"/>
                  </a:cubicBezTo>
                  <a:cubicBezTo>
                    <a:pt x="5834" y="9931"/>
                    <a:pt x="5731" y="9947"/>
                    <a:pt x="5627" y="9961"/>
                  </a:cubicBezTo>
                  <a:cubicBezTo>
                    <a:pt x="5523" y="9974"/>
                    <a:pt x="5418" y="9984"/>
                    <a:pt x="5314" y="9990"/>
                  </a:cubicBezTo>
                  <a:cubicBezTo>
                    <a:pt x="5209" y="9997"/>
                    <a:pt x="5105" y="10000"/>
                    <a:pt x="5000" y="10000"/>
                  </a:cubicBezTo>
                  <a:cubicBezTo>
                    <a:pt x="4895" y="10000"/>
                    <a:pt x="4791" y="9997"/>
                    <a:pt x="4686" y="9990"/>
                  </a:cubicBezTo>
                  <a:cubicBezTo>
                    <a:pt x="4582" y="9984"/>
                    <a:pt x="4477" y="9974"/>
                    <a:pt x="4373" y="9961"/>
                  </a:cubicBezTo>
                  <a:cubicBezTo>
                    <a:pt x="4269" y="9947"/>
                    <a:pt x="4166" y="9931"/>
                    <a:pt x="4063" y="9911"/>
                  </a:cubicBezTo>
                  <a:cubicBezTo>
                    <a:pt x="3960" y="9892"/>
                    <a:pt x="3858" y="9869"/>
                    <a:pt x="3757" y="9843"/>
                  </a:cubicBezTo>
                  <a:cubicBezTo>
                    <a:pt x="3655" y="9817"/>
                    <a:pt x="3555" y="9788"/>
                    <a:pt x="3455" y="9755"/>
                  </a:cubicBezTo>
                  <a:cubicBezTo>
                    <a:pt x="3355" y="9723"/>
                    <a:pt x="3257" y="9687"/>
                    <a:pt x="3159" y="9649"/>
                  </a:cubicBezTo>
                  <a:cubicBezTo>
                    <a:pt x="3062" y="9610"/>
                    <a:pt x="2966" y="9569"/>
                    <a:pt x="2871" y="9524"/>
                  </a:cubicBezTo>
                  <a:cubicBezTo>
                    <a:pt x="2776" y="9480"/>
                    <a:pt x="2683" y="9432"/>
                    <a:pt x="2591" y="9382"/>
                  </a:cubicBezTo>
                  <a:cubicBezTo>
                    <a:pt x="2499" y="9331"/>
                    <a:pt x="2409" y="9278"/>
                    <a:pt x="2321" y="9222"/>
                  </a:cubicBezTo>
                  <a:cubicBezTo>
                    <a:pt x="2232" y="9166"/>
                    <a:pt x="2146" y="9107"/>
                    <a:pt x="2061" y="9045"/>
                  </a:cubicBezTo>
                  <a:cubicBezTo>
                    <a:pt x="1976" y="8984"/>
                    <a:pt x="1894" y="8919"/>
                    <a:pt x="1813" y="8853"/>
                  </a:cubicBezTo>
                  <a:cubicBezTo>
                    <a:pt x="1732" y="8786"/>
                    <a:pt x="1654" y="8717"/>
                    <a:pt x="1577" y="8645"/>
                  </a:cubicBezTo>
                  <a:cubicBezTo>
                    <a:pt x="1501" y="8573"/>
                    <a:pt x="1427" y="8499"/>
                    <a:pt x="1355" y="8423"/>
                  </a:cubicBezTo>
                  <a:cubicBezTo>
                    <a:pt x="1283" y="8346"/>
                    <a:pt x="1214" y="8268"/>
                    <a:pt x="1147" y="8187"/>
                  </a:cubicBezTo>
                  <a:cubicBezTo>
                    <a:pt x="1081" y="8106"/>
                    <a:pt x="1016" y="8024"/>
                    <a:pt x="955" y="7939"/>
                  </a:cubicBezTo>
                  <a:cubicBezTo>
                    <a:pt x="893" y="7854"/>
                    <a:pt x="834" y="7768"/>
                    <a:pt x="778" y="7679"/>
                  </a:cubicBezTo>
                  <a:cubicBezTo>
                    <a:pt x="722" y="7591"/>
                    <a:pt x="669" y="7501"/>
                    <a:pt x="618" y="7409"/>
                  </a:cubicBezTo>
                  <a:cubicBezTo>
                    <a:pt x="568" y="7317"/>
                    <a:pt x="520" y="7224"/>
                    <a:pt x="476" y="7129"/>
                  </a:cubicBezTo>
                  <a:cubicBezTo>
                    <a:pt x="431" y="7034"/>
                    <a:pt x="390" y="6938"/>
                    <a:pt x="351" y="6841"/>
                  </a:cubicBezTo>
                  <a:cubicBezTo>
                    <a:pt x="313" y="6743"/>
                    <a:pt x="277" y="6645"/>
                    <a:pt x="245" y="6545"/>
                  </a:cubicBezTo>
                  <a:cubicBezTo>
                    <a:pt x="212" y="6445"/>
                    <a:pt x="183" y="6345"/>
                    <a:pt x="157" y="6243"/>
                  </a:cubicBezTo>
                  <a:cubicBezTo>
                    <a:pt x="131" y="6142"/>
                    <a:pt x="108" y="6040"/>
                    <a:pt x="89" y="5937"/>
                  </a:cubicBezTo>
                  <a:cubicBezTo>
                    <a:pt x="69" y="5834"/>
                    <a:pt x="53" y="5731"/>
                    <a:pt x="39" y="5627"/>
                  </a:cubicBezTo>
                  <a:cubicBezTo>
                    <a:pt x="26" y="5523"/>
                    <a:pt x="16" y="5418"/>
                    <a:pt x="10" y="5314"/>
                  </a:cubicBezTo>
                  <a:cubicBezTo>
                    <a:pt x="3" y="5209"/>
                    <a:pt x="0" y="5105"/>
                    <a:pt x="0" y="5000"/>
                  </a:cubicBezTo>
                  <a:cubicBezTo>
                    <a:pt x="0" y="4895"/>
                    <a:pt x="3" y="4791"/>
                    <a:pt x="10" y="4686"/>
                  </a:cubicBezTo>
                  <a:cubicBezTo>
                    <a:pt x="16" y="4582"/>
                    <a:pt x="26" y="4477"/>
                    <a:pt x="39" y="4373"/>
                  </a:cubicBezTo>
                  <a:cubicBezTo>
                    <a:pt x="53" y="4269"/>
                    <a:pt x="69" y="4166"/>
                    <a:pt x="89" y="4063"/>
                  </a:cubicBezTo>
                  <a:cubicBezTo>
                    <a:pt x="108" y="3960"/>
                    <a:pt x="131" y="3858"/>
                    <a:pt x="157" y="3757"/>
                  </a:cubicBezTo>
                  <a:cubicBezTo>
                    <a:pt x="183" y="3655"/>
                    <a:pt x="212" y="3555"/>
                    <a:pt x="245" y="3455"/>
                  </a:cubicBezTo>
                  <a:cubicBezTo>
                    <a:pt x="277" y="3355"/>
                    <a:pt x="313" y="3257"/>
                    <a:pt x="351" y="3159"/>
                  </a:cubicBezTo>
                  <a:cubicBezTo>
                    <a:pt x="390" y="3062"/>
                    <a:pt x="431" y="2966"/>
                    <a:pt x="476" y="2871"/>
                  </a:cubicBezTo>
                  <a:cubicBezTo>
                    <a:pt x="520" y="2776"/>
                    <a:pt x="568" y="2683"/>
                    <a:pt x="618" y="2591"/>
                  </a:cubicBezTo>
                  <a:cubicBezTo>
                    <a:pt x="669" y="2499"/>
                    <a:pt x="722" y="2409"/>
                    <a:pt x="778" y="2321"/>
                  </a:cubicBezTo>
                  <a:cubicBezTo>
                    <a:pt x="834" y="2232"/>
                    <a:pt x="893" y="2146"/>
                    <a:pt x="955" y="2061"/>
                  </a:cubicBezTo>
                  <a:cubicBezTo>
                    <a:pt x="1016" y="1976"/>
                    <a:pt x="1081" y="1894"/>
                    <a:pt x="1147" y="1813"/>
                  </a:cubicBezTo>
                  <a:cubicBezTo>
                    <a:pt x="1214" y="1732"/>
                    <a:pt x="1283" y="1654"/>
                    <a:pt x="1355" y="1577"/>
                  </a:cubicBezTo>
                  <a:cubicBezTo>
                    <a:pt x="1427" y="1501"/>
                    <a:pt x="1501" y="1427"/>
                    <a:pt x="1577" y="1355"/>
                  </a:cubicBezTo>
                  <a:cubicBezTo>
                    <a:pt x="1654" y="1283"/>
                    <a:pt x="1732" y="1214"/>
                    <a:pt x="1813" y="1147"/>
                  </a:cubicBezTo>
                  <a:cubicBezTo>
                    <a:pt x="1894" y="1081"/>
                    <a:pt x="1976" y="1016"/>
                    <a:pt x="2061" y="955"/>
                  </a:cubicBezTo>
                  <a:cubicBezTo>
                    <a:pt x="2146" y="893"/>
                    <a:pt x="2232" y="834"/>
                    <a:pt x="2321" y="778"/>
                  </a:cubicBezTo>
                  <a:cubicBezTo>
                    <a:pt x="2409" y="722"/>
                    <a:pt x="2499" y="669"/>
                    <a:pt x="2591" y="618"/>
                  </a:cubicBezTo>
                  <a:cubicBezTo>
                    <a:pt x="2683" y="568"/>
                    <a:pt x="2776" y="520"/>
                    <a:pt x="2871" y="476"/>
                  </a:cubicBezTo>
                  <a:cubicBezTo>
                    <a:pt x="2966" y="431"/>
                    <a:pt x="3062" y="390"/>
                    <a:pt x="3159" y="351"/>
                  </a:cubicBezTo>
                  <a:cubicBezTo>
                    <a:pt x="3257" y="313"/>
                    <a:pt x="3355" y="277"/>
                    <a:pt x="3455" y="245"/>
                  </a:cubicBezTo>
                  <a:cubicBezTo>
                    <a:pt x="3555" y="212"/>
                    <a:pt x="3655" y="183"/>
                    <a:pt x="3757" y="157"/>
                  </a:cubicBezTo>
                  <a:cubicBezTo>
                    <a:pt x="3858" y="131"/>
                    <a:pt x="3960" y="108"/>
                    <a:pt x="4063" y="89"/>
                  </a:cubicBezTo>
                  <a:cubicBezTo>
                    <a:pt x="4166" y="69"/>
                    <a:pt x="4269" y="53"/>
                    <a:pt x="4373" y="39"/>
                  </a:cubicBezTo>
                  <a:cubicBezTo>
                    <a:pt x="4477" y="26"/>
                    <a:pt x="4582" y="16"/>
                    <a:pt x="4686" y="10"/>
                  </a:cubicBezTo>
                  <a:cubicBezTo>
                    <a:pt x="4791" y="3"/>
                    <a:pt x="4895" y="0"/>
                    <a:pt x="5000" y="0"/>
                  </a:cubicBezTo>
                  <a:cubicBezTo>
                    <a:pt x="5105" y="0"/>
                    <a:pt x="5209" y="3"/>
                    <a:pt x="5314" y="10"/>
                  </a:cubicBezTo>
                  <a:cubicBezTo>
                    <a:pt x="5418" y="16"/>
                    <a:pt x="5523" y="26"/>
                    <a:pt x="5627" y="39"/>
                  </a:cubicBezTo>
                  <a:cubicBezTo>
                    <a:pt x="5731" y="53"/>
                    <a:pt x="5834" y="69"/>
                    <a:pt x="5937" y="89"/>
                  </a:cubicBezTo>
                  <a:cubicBezTo>
                    <a:pt x="6040" y="108"/>
                    <a:pt x="6142" y="131"/>
                    <a:pt x="6243" y="157"/>
                  </a:cubicBezTo>
                  <a:cubicBezTo>
                    <a:pt x="6345" y="183"/>
                    <a:pt x="6445" y="212"/>
                    <a:pt x="6545" y="245"/>
                  </a:cubicBezTo>
                  <a:cubicBezTo>
                    <a:pt x="6645" y="277"/>
                    <a:pt x="6743" y="313"/>
                    <a:pt x="6841" y="351"/>
                  </a:cubicBezTo>
                  <a:cubicBezTo>
                    <a:pt x="6938" y="390"/>
                    <a:pt x="7034" y="431"/>
                    <a:pt x="7129" y="476"/>
                  </a:cubicBezTo>
                  <a:cubicBezTo>
                    <a:pt x="7224" y="520"/>
                    <a:pt x="7317" y="568"/>
                    <a:pt x="7409" y="618"/>
                  </a:cubicBezTo>
                  <a:cubicBezTo>
                    <a:pt x="7501" y="669"/>
                    <a:pt x="7591" y="722"/>
                    <a:pt x="7679" y="778"/>
                  </a:cubicBezTo>
                  <a:cubicBezTo>
                    <a:pt x="7768" y="834"/>
                    <a:pt x="7854" y="893"/>
                    <a:pt x="7939" y="955"/>
                  </a:cubicBezTo>
                  <a:cubicBezTo>
                    <a:pt x="8024" y="1016"/>
                    <a:pt x="8106" y="1081"/>
                    <a:pt x="8187" y="1147"/>
                  </a:cubicBezTo>
                  <a:cubicBezTo>
                    <a:pt x="8268" y="1214"/>
                    <a:pt x="8346" y="1283"/>
                    <a:pt x="8423" y="1355"/>
                  </a:cubicBezTo>
                  <a:cubicBezTo>
                    <a:pt x="8499" y="1427"/>
                    <a:pt x="8573" y="1501"/>
                    <a:pt x="8645" y="1577"/>
                  </a:cubicBezTo>
                  <a:cubicBezTo>
                    <a:pt x="8717" y="1654"/>
                    <a:pt x="8786" y="1732"/>
                    <a:pt x="8853" y="1813"/>
                  </a:cubicBezTo>
                  <a:cubicBezTo>
                    <a:pt x="8919" y="1894"/>
                    <a:pt x="8984" y="1976"/>
                    <a:pt x="9045" y="2061"/>
                  </a:cubicBezTo>
                  <a:cubicBezTo>
                    <a:pt x="9107" y="2146"/>
                    <a:pt x="9166" y="2232"/>
                    <a:pt x="9222" y="2321"/>
                  </a:cubicBezTo>
                  <a:cubicBezTo>
                    <a:pt x="9278" y="2409"/>
                    <a:pt x="9331" y="2499"/>
                    <a:pt x="9382" y="2591"/>
                  </a:cubicBezTo>
                  <a:cubicBezTo>
                    <a:pt x="9432" y="2683"/>
                    <a:pt x="9480" y="2776"/>
                    <a:pt x="9524" y="2871"/>
                  </a:cubicBezTo>
                  <a:cubicBezTo>
                    <a:pt x="9569" y="2966"/>
                    <a:pt x="9610" y="3062"/>
                    <a:pt x="9649" y="3159"/>
                  </a:cubicBezTo>
                  <a:cubicBezTo>
                    <a:pt x="9687" y="3257"/>
                    <a:pt x="9723" y="3355"/>
                    <a:pt x="9755" y="3455"/>
                  </a:cubicBezTo>
                  <a:cubicBezTo>
                    <a:pt x="9788" y="3555"/>
                    <a:pt x="9817" y="3655"/>
                    <a:pt x="9843" y="3757"/>
                  </a:cubicBezTo>
                  <a:cubicBezTo>
                    <a:pt x="9869" y="3858"/>
                    <a:pt x="9892" y="3960"/>
                    <a:pt x="9911" y="4063"/>
                  </a:cubicBezTo>
                  <a:cubicBezTo>
                    <a:pt x="9931" y="4166"/>
                    <a:pt x="9947" y="4269"/>
                    <a:pt x="9961" y="4373"/>
                  </a:cubicBezTo>
                  <a:cubicBezTo>
                    <a:pt x="9974" y="4477"/>
                    <a:pt x="9984" y="4582"/>
                    <a:pt x="9990" y="4686"/>
                  </a:cubicBezTo>
                  <a:cubicBezTo>
                    <a:pt x="9997" y="4791"/>
                    <a:pt x="10000" y="4895"/>
                    <a:pt x="10000" y="5000"/>
                  </a:cubicBezTo>
                  <a:close/>
                </a:path>
              </a:pathLst>
            </a:custGeom>
            <a:solidFill>
              <a:srgbClr val="123D54"/>
            </a:solidFill>
            <a:ln w="66675" cap="rnd">
              <a:solidFill>
                <a:srgbClr val="123D54"/>
              </a:solidFill>
              <a:prstDash val="solid"/>
              <a:round/>
            </a:ln>
          </p:spPr>
        </p:sp>
        <p:sp>
          <p:nvSpPr>
            <p:cNvPr id="65" name="asset-11-lucide-chart-scatter-part-3"/>
            <p:cNvSpPr/>
            <p:nvPr/>
          </p:nvSpPr>
          <p:spPr>
            <a:xfrm>
              <a:off x="110000" y="110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10000" y="5000"/>
                  </a:moveTo>
                  <a:cubicBezTo>
                    <a:pt x="10000" y="5105"/>
                    <a:pt x="9997" y="5209"/>
                    <a:pt x="9990" y="5314"/>
                  </a:cubicBezTo>
                  <a:cubicBezTo>
                    <a:pt x="9984" y="5418"/>
                    <a:pt x="9974" y="5523"/>
                    <a:pt x="9961" y="5627"/>
                  </a:cubicBezTo>
                  <a:cubicBezTo>
                    <a:pt x="9947" y="5731"/>
                    <a:pt x="9931" y="5834"/>
                    <a:pt x="9911" y="5937"/>
                  </a:cubicBezTo>
                  <a:cubicBezTo>
                    <a:pt x="9892" y="6040"/>
                    <a:pt x="9869" y="6142"/>
                    <a:pt x="9843" y="6243"/>
                  </a:cubicBezTo>
                  <a:cubicBezTo>
                    <a:pt x="9817" y="6345"/>
                    <a:pt x="9788" y="6445"/>
                    <a:pt x="9755" y="6545"/>
                  </a:cubicBezTo>
                  <a:cubicBezTo>
                    <a:pt x="9723" y="6645"/>
                    <a:pt x="9687" y="6743"/>
                    <a:pt x="9649" y="6841"/>
                  </a:cubicBezTo>
                  <a:cubicBezTo>
                    <a:pt x="9610" y="6938"/>
                    <a:pt x="9569" y="7034"/>
                    <a:pt x="9524" y="7129"/>
                  </a:cubicBezTo>
                  <a:cubicBezTo>
                    <a:pt x="9480" y="7224"/>
                    <a:pt x="9432" y="7317"/>
                    <a:pt x="9382" y="7409"/>
                  </a:cubicBezTo>
                  <a:cubicBezTo>
                    <a:pt x="9331" y="7501"/>
                    <a:pt x="9278" y="7591"/>
                    <a:pt x="9222" y="7679"/>
                  </a:cubicBezTo>
                  <a:cubicBezTo>
                    <a:pt x="9166" y="7768"/>
                    <a:pt x="9107" y="7854"/>
                    <a:pt x="9045" y="7939"/>
                  </a:cubicBezTo>
                  <a:cubicBezTo>
                    <a:pt x="8984" y="8024"/>
                    <a:pt x="8919" y="8106"/>
                    <a:pt x="8853" y="8187"/>
                  </a:cubicBezTo>
                  <a:cubicBezTo>
                    <a:pt x="8786" y="8268"/>
                    <a:pt x="8717" y="8346"/>
                    <a:pt x="8645" y="8423"/>
                  </a:cubicBezTo>
                  <a:cubicBezTo>
                    <a:pt x="8573" y="8499"/>
                    <a:pt x="8499" y="8573"/>
                    <a:pt x="8423" y="8645"/>
                  </a:cubicBezTo>
                  <a:cubicBezTo>
                    <a:pt x="8346" y="8717"/>
                    <a:pt x="8268" y="8786"/>
                    <a:pt x="8187" y="8853"/>
                  </a:cubicBezTo>
                  <a:cubicBezTo>
                    <a:pt x="8106" y="8919"/>
                    <a:pt x="8024" y="8984"/>
                    <a:pt x="7939" y="9045"/>
                  </a:cubicBezTo>
                  <a:cubicBezTo>
                    <a:pt x="7854" y="9107"/>
                    <a:pt x="7768" y="9166"/>
                    <a:pt x="7679" y="9222"/>
                  </a:cubicBezTo>
                  <a:cubicBezTo>
                    <a:pt x="7591" y="9278"/>
                    <a:pt x="7501" y="9331"/>
                    <a:pt x="7409" y="9382"/>
                  </a:cubicBezTo>
                  <a:cubicBezTo>
                    <a:pt x="7317" y="9432"/>
                    <a:pt x="7224" y="9480"/>
                    <a:pt x="7129" y="9524"/>
                  </a:cubicBezTo>
                  <a:cubicBezTo>
                    <a:pt x="7034" y="9569"/>
                    <a:pt x="6938" y="9610"/>
                    <a:pt x="6841" y="9649"/>
                  </a:cubicBezTo>
                  <a:cubicBezTo>
                    <a:pt x="6743" y="9687"/>
                    <a:pt x="6645" y="9723"/>
                    <a:pt x="6545" y="9755"/>
                  </a:cubicBezTo>
                  <a:cubicBezTo>
                    <a:pt x="6445" y="9788"/>
                    <a:pt x="6345" y="9817"/>
                    <a:pt x="6243" y="9843"/>
                  </a:cubicBezTo>
                  <a:cubicBezTo>
                    <a:pt x="6142" y="9869"/>
                    <a:pt x="6040" y="9892"/>
                    <a:pt x="5937" y="9911"/>
                  </a:cubicBezTo>
                  <a:cubicBezTo>
                    <a:pt x="5834" y="9931"/>
                    <a:pt x="5731" y="9947"/>
                    <a:pt x="5627" y="9961"/>
                  </a:cubicBezTo>
                  <a:cubicBezTo>
                    <a:pt x="5523" y="9974"/>
                    <a:pt x="5418" y="9984"/>
                    <a:pt x="5314" y="9990"/>
                  </a:cubicBezTo>
                  <a:cubicBezTo>
                    <a:pt x="5209" y="9997"/>
                    <a:pt x="5105" y="10000"/>
                    <a:pt x="5000" y="10000"/>
                  </a:cubicBezTo>
                  <a:cubicBezTo>
                    <a:pt x="4895" y="10000"/>
                    <a:pt x="4791" y="9997"/>
                    <a:pt x="4686" y="9990"/>
                  </a:cubicBezTo>
                  <a:cubicBezTo>
                    <a:pt x="4582" y="9984"/>
                    <a:pt x="4477" y="9974"/>
                    <a:pt x="4373" y="9961"/>
                  </a:cubicBezTo>
                  <a:cubicBezTo>
                    <a:pt x="4269" y="9947"/>
                    <a:pt x="4166" y="9931"/>
                    <a:pt x="4063" y="9911"/>
                  </a:cubicBezTo>
                  <a:cubicBezTo>
                    <a:pt x="3960" y="9892"/>
                    <a:pt x="3858" y="9869"/>
                    <a:pt x="3757" y="9843"/>
                  </a:cubicBezTo>
                  <a:cubicBezTo>
                    <a:pt x="3655" y="9817"/>
                    <a:pt x="3555" y="9788"/>
                    <a:pt x="3455" y="9755"/>
                  </a:cubicBezTo>
                  <a:cubicBezTo>
                    <a:pt x="3355" y="9723"/>
                    <a:pt x="3257" y="9687"/>
                    <a:pt x="3159" y="9649"/>
                  </a:cubicBezTo>
                  <a:cubicBezTo>
                    <a:pt x="3062" y="9610"/>
                    <a:pt x="2966" y="9569"/>
                    <a:pt x="2871" y="9524"/>
                  </a:cubicBezTo>
                  <a:cubicBezTo>
                    <a:pt x="2776" y="9480"/>
                    <a:pt x="2683" y="9432"/>
                    <a:pt x="2591" y="9382"/>
                  </a:cubicBezTo>
                  <a:cubicBezTo>
                    <a:pt x="2499" y="9331"/>
                    <a:pt x="2409" y="9278"/>
                    <a:pt x="2321" y="9222"/>
                  </a:cubicBezTo>
                  <a:cubicBezTo>
                    <a:pt x="2232" y="9166"/>
                    <a:pt x="2146" y="9107"/>
                    <a:pt x="2061" y="9045"/>
                  </a:cubicBezTo>
                  <a:cubicBezTo>
                    <a:pt x="1976" y="8984"/>
                    <a:pt x="1894" y="8919"/>
                    <a:pt x="1813" y="8853"/>
                  </a:cubicBezTo>
                  <a:cubicBezTo>
                    <a:pt x="1732" y="8786"/>
                    <a:pt x="1654" y="8717"/>
                    <a:pt x="1577" y="8645"/>
                  </a:cubicBezTo>
                  <a:cubicBezTo>
                    <a:pt x="1501" y="8573"/>
                    <a:pt x="1427" y="8499"/>
                    <a:pt x="1355" y="8423"/>
                  </a:cubicBezTo>
                  <a:cubicBezTo>
                    <a:pt x="1283" y="8346"/>
                    <a:pt x="1214" y="8268"/>
                    <a:pt x="1147" y="8187"/>
                  </a:cubicBezTo>
                  <a:cubicBezTo>
                    <a:pt x="1081" y="8106"/>
                    <a:pt x="1016" y="8024"/>
                    <a:pt x="955" y="7939"/>
                  </a:cubicBezTo>
                  <a:cubicBezTo>
                    <a:pt x="893" y="7854"/>
                    <a:pt x="834" y="7768"/>
                    <a:pt x="778" y="7679"/>
                  </a:cubicBezTo>
                  <a:cubicBezTo>
                    <a:pt x="722" y="7591"/>
                    <a:pt x="669" y="7501"/>
                    <a:pt x="618" y="7409"/>
                  </a:cubicBezTo>
                  <a:cubicBezTo>
                    <a:pt x="568" y="7317"/>
                    <a:pt x="520" y="7224"/>
                    <a:pt x="476" y="7129"/>
                  </a:cubicBezTo>
                  <a:cubicBezTo>
                    <a:pt x="431" y="7034"/>
                    <a:pt x="390" y="6938"/>
                    <a:pt x="351" y="6841"/>
                  </a:cubicBezTo>
                  <a:cubicBezTo>
                    <a:pt x="313" y="6743"/>
                    <a:pt x="277" y="6645"/>
                    <a:pt x="245" y="6545"/>
                  </a:cubicBezTo>
                  <a:cubicBezTo>
                    <a:pt x="212" y="6445"/>
                    <a:pt x="183" y="6345"/>
                    <a:pt x="157" y="6243"/>
                  </a:cubicBezTo>
                  <a:cubicBezTo>
                    <a:pt x="131" y="6142"/>
                    <a:pt x="108" y="6040"/>
                    <a:pt x="89" y="5937"/>
                  </a:cubicBezTo>
                  <a:cubicBezTo>
                    <a:pt x="69" y="5834"/>
                    <a:pt x="53" y="5731"/>
                    <a:pt x="39" y="5627"/>
                  </a:cubicBezTo>
                  <a:cubicBezTo>
                    <a:pt x="26" y="5523"/>
                    <a:pt x="16" y="5418"/>
                    <a:pt x="10" y="5314"/>
                  </a:cubicBezTo>
                  <a:cubicBezTo>
                    <a:pt x="3" y="5209"/>
                    <a:pt x="0" y="5105"/>
                    <a:pt x="0" y="5000"/>
                  </a:cubicBezTo>
                  <a:cubicBezTo>
                    <a:pt x="0" y="4895"/>
                    <a:pt x="3" y="4791"/>
                    <a:pt x="10" y="4686"/>
                  </a:cubicBezTo>
                  <a:cubicBezTo>
                    <a:pt x="16" y="4582"/>
                    <a:pt x="26" y="4477"/>
                    <a:pt x="39" y="4373"/>
                  </a:cubicBezTo>
                  <a:cubicBezTo>
                    <a:pt x="53" y="4269"/>
                    <a:pt x="69" y="4166"/>
                    <a:pt x="89" y="4063"/>
                  </a:cubicBezTo>
                  <a:cubicBezTo>
                    <a:pt x="108" y="3960"/>
                    <a:pt x="131" y="3858"/>
                    <a:pt x="157" y="3757"/>
                  </a:cubicBezTo>
                  <a:cubicBezTo>
                    <a:pt x="183" y="3655"/>
                    <a:pt x="212" y="3555"/>
                    <a:pt x="245" y="3455"/>
                  </a:cubicBezTo>
                  <a:cubicBezTo>
                    <a:pt x="277" y="3355"/>
                    <a:pt x="313" y="3257"/>
                    <a:pt x="351" y="3159"/>
                  </a:cubicBezTo>
                  <a:cubicBezTo>
                    <a:pt x="390" y="3062"/>
                    <a:pt x="431" y="2966"/>
                    <a:pt x="476" y="2871"/>
                  </a:cubicBezTo>
                  <a:cubicBezTo>
                    <a:pt x="520" y="2776"/>
                    <a:pt x="568" y="2683"/>
                    <a:pt x="618" y="2591"/>
                  </a:cubicBezTo>
                  <a:cubicBezTo>
                    <a:pt x="669" y="2499"/>
                    <a:pt x="722" y="2409"/>
                    <a:pt x="778" y="2321"/>
                  </a:cubicBezTo>
                  <a:cubicBezTo>
                    <a:pt x="834" y="2232"/>
                    <a:pt x="893" y="2146"/>
                    <a:pt x="955" y="2061"/>
                  </a:cubicBezTo>
                  <a:cubicBezTo>
                    <a:pt x="1016" y="1976"/>
                    <a:pt x="1081" y="1894"/>
                    <a:pt x="1147" y="1813"/>
                  </a:cubicBezTo>
                  <a:cubicBezTo>
                    <a:pt x="1214" y="1732"/>
                    <a:pt x="1283" y="1654"/>
                    <a:pt x="1355" y="1577"/>
                  </a:cubicBezTo>
                  <a:cubicBezTo>
                    <a:pt x="1427" y="1501"/>
                    <a:pt x="1501" y="1427"/>
                    <a:pt x="1577" y="1355"/>
                  </a:cubicBezTo>
                  <a:cubicBezTo>
                    <a:pt x="1654" y="1283"/>
                    <a:pt x="1732" y="1214"/>
                    <a:pt x="1813" y="1147"/>
                  </a:cubicBezTo>
                  <a:cubicBezTo>
                    <a:pt x="1894" y="1081"/>
                    <a:pt x="1976" y="1016"/>
                    <a:pt x="2061" y="955"/>
                  </a:cubicBezTo>
                  <a:cubicBezTo>
                    <a:pt x="2146" y="893"/>
                    <a:pt x="2232" y="834"/>
                    <a:pt x="2321" y="778"/>
                  </a:cubicBezTo>
                  <a:cubicBezTo>
                    <a:pt x="2409" y="722"/>
                    <a:pt x="2499" y="669"/>
                    <a:pt x="2591" y="618"/>
                  </a:cubicBezTo>
                  <a:cubicBezTo>
                    <a:pt x="2683" y="568"/>
                    <a:pt x="2776" y="520"/>
                    <a:pt x="2871" y="476"/>
                  </a:cubicBezTo>
                  <a:cubicBezTo>
                    <a:pt x="2966" y="431"/>
                    <a:pt x="3062" y="390"/>
                    <a:pt x="3159" y="351"/>
                  </a:cubicBezTo>
                  <a:cubicBezTo>
                    <a:pt x="3257" y="313"/>
                    <a:pt x="3355" y="277"/>
                    <a:pt x="3455" y="245"/>
                  </a:cubicBezTo>
                  <a:cubicBezTo>
                    <a:pt x="3555" y="212"/>
                    <a:pt x="3655" y="183"/>
                    <a:pt x="3757" y="157"/>
                  </a:cubicBezTo>
                  <a:cubicBezTo>
                    <a:pt x="3858" y="131"/>
                    <a:pt x="3960" y="108"/>
                    <a:pt x="4063" y="89"/>
                  </a:cubicBezTo>
                  <a:cubicBezTo>
                    <a:pt x="4166" y="69"/>
                    <a:pt x="4269" y="53"/>
                    <a:pt x="4373" y="39"/>
                  </a:cubicBezTo>
                  <a:cubicBezTo>
                    <a:pt x="4477" y="26"/>
                    <a:pt x="4582" y="16"/>
                    <a:pt x="4686" y="10"/>
                  </a:cubicBezTo>
                  <a:cubicBezTo>
                    <a:pt x="4791" y="3"/>
                    <a:pt x="4895" y="0"/>
                    <a:pt x="5000" y="0"/>
                  </a:cubicBezTo>
                  <a:cubicBezTo>
                    <a:pt x="5105" y="0"/>
                    <a:pt x="5209" y="3"/>
                    <a:pt x="5314" y="10"/>
                  </a:cubicBezTo>
                  <a:cubicBezTo>
                    <a:pt x="5418" y="16"/>
                    <a:pt x="5523" y="26"/>
                    <a:pt x="5627" y="39"/>
                  </a:cubicBezTo>
                  <a:cubicBezTo>
                    <a:pt x="5731" y="53"/>
                    <a:pt x="5834" y="69"/>
                    <a:pt x="5937" y="89"/>
                  </a:cubicBezTo>
                  <a:cubicBezTo>
                    <a:pt x="6040" y="108"/>
                    <a:pt x="6142" y="131"/>
                    <a:pt x="6243" y="157"/>
                  </a:cubicBezTo>
                  <a:cubicBezTo>
                    <a:pt x="6345" y="183"/>
                    <a:pt x="6445" y="212"/>
                    <a:pt x="6545" y="245"/>
                  </a:cubicBezTo>
                  <a:cubicBezTo>
                    <a:pt x="6645" y="277"/>
                    <a:pt x="6743" y="313"/>
                    <a:pt x="6841" y="351"/>
                  </a:cubicBezTo>
                  <a:cubicBezTo>
                    <a:pt x="6938" y="390"/>
                    <a:pt x="7034" y="431"/>
                    <a:pt x="7129" y="476"/>
                  </a:cubicBezTo>
                  <a:cubicBezTo>
                    <a:pt x="7224" y="520"/>
                    <a:pt x="7317" y="568"/>
                    <a:pt x="7409" y="618"/>
                  </a:cubicBezTo>
                  <a:cubicBezTo>
                    <a:pt x="7501" y="669"/>
                    <a:pt x="7591" y="722"/>
                    <a:pt x="7679" y="778"/>
                  </a:cubicBezTo>
                  <a:cubicBezTo>
                    <a:pt x="7768" y="834"/>
                    <a:pt x="7854" y="893"/>
                    <a:pt x="7939" y="955"/>
                  </a:cubicBezTo>
                  <a:cubicBezTo>
                    <a:pt x="8024" y="1016"/>
                    <a:pt x="8106" y="1081"/>
                    <a:pt x="8187" y="1147"/>
                  </a:cubicBezTo>
                  <a:cubicBezTo>
                    <a:pt x="8268" y="1214"/>
                    <a:pt x="8346" y="1283"/>
                    <a:pt x="8423" y="1355"/>
                  </a:cubicBezTo>
                  <a:cubicBezTo>
                    <a:pt x="8499" y="1427"/>
                    <a:pt x="8573" y="1501"/>
                    <a:pt x="8645" y="1577"/>
                  </a:cubicBezTo>
                  <a:cubicBezTo>
                    <a:pt x="8717" y="1654"/>
                    <a:pt x="8786" y="1732"/>
                    <a:pt x="8853" y="1813"/>
                  </a:cubicBezTo>
                  <a:cubicBezTo>
                    <a:pt x="8919" y="1894"/>
                    <a:pt x="8984" y="1976"/>
                    <a:pt x="9045" y="2061"/>
                  </a:cubicBezTo>
                  <a:cubicBezTo>
                    <a:pt x="9107" y="2146"/>
                    <a:pt x="9166" y="2232"/>
                    <a:pt x="9222" y="2321"/>
                  </a:cubicBezTo>
                  <a:cubicBezTo>
                    <a:pt x="9278" y="2409"/>
                    <a:pt x="9331" y="2499"/>
                    <a:pt x="9382" y="2591"/>
                  </a:cubicBezTo>
                  <a:cubicBezTo>
                    <a:pt x="9432" y="2683"/>
                    <a:pt x="9480" y="2776"/>
                    <a:pt x="9524" y="2871"/>
                  </a:cubicBezTo>
                  <a:cubicBezTo>
                    <a:pt x="9569" y="2966"/>
                    <a:pt x="9610" y="3062"/>
                    <a:pt x="9649" y="3159"/>
                  </a:cubicBezTo>
                  <a:cubicBezTo>
                    <a:pt x="9687" y="3257"/>
                    <a:pt x="9723" y="3355"/>
                    <a:pt x="9755" y="3455"/>
                  </a:cubicBezTo>
                  <a:cubicBezTo>
                    <a:pt x="9788" y="3555"/>
                    <a:pt x="9817" y="3655"/>
                    <a:pt x="9843" y="3757"/>
                  </a:cubicBezTo>
                  <a:cubicBezTo>
                    <a:pt x="9869" y="3858"/>
                    <a:pt x="9892" y="3960"/>
                    <a:pt x="9911" y="4063"/>
                  </a:cubicBezTo>
                  <a:cubicBezTo>
                    <a:pt x="9931" y="4166"/>
                    <a:pt x="9947" y="4269"/>
                    <a:pt x="9961" y="4373"/>
                  </a:cubicBezTo>
                  <a:cubicBezTo>
                    <a:pt x="9974" y="4477"/>
                    <a:pt x="9984" y="4582"/>
                    <a:pt x="9990" y="4686"/>
                  </a:cubicBezTo>
                  <a:cubicBezTo>
                    <a:pt x="9997" y="4791"/>
                    <a:pt x="10000" y="4895"/>
                    <a:pt x="10000" y="5000"/>
                  </a:cubicBezTo>
                  <a:close/>
                </a:path>
              </a:pathLst>
            </a:custGeom>
            <a:solidFill>
              <a:srgbClr val="123D54"/>
            </a:solidFill>
            <a:ln w="66675" cap="rnd">
              <a:solidFill>
                <a:srgbClr val="123D54"/>
              </a:solidFill>
              <a:prstDash val="solid"/>
              <a:round/>
            </a:ln>
          </p:spPr>
        </p:sp>
        <p:sp>
          <p:nvSpPr>
            <p:cNvPr id="66" name="asset-11-lucide-chart-scatter-part-4"/>
            <p:cNvSpPr/>
            <p:nvPr/>
          </p:nvSpPr>
          <p:spPr>
            <a:xfrm>
              <a:off x="70000" y="160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10000" y="5000"/>
                  </a:moveTo>
                  <a:cubicBezTo>
                    <a:pt x="10000" y="5105"/>
                    <a:pt x="9997" y="5209"/>
                    <a:pt x="9990" y="5314"/>
                  </a:cubicBezTo>
                  <a:cubicBezTo>
                    <a:pt x="9984" y="5418"/>
                    <a:pt x="9974" y="5523"/>
                    <a:pt x="9961" y="5627"/>
                  </a:cubicBezTo>
                  <a:cubicBezTo>
                    <a:pt x="9947" y="5731"/>
                    <a:pt x="9931" y="5834"/>
                    <a:pt x="9911" y="5937"/>
                  </a:cubicBezTo>
                  <a:cubicBezTo>
                    <a:pt x="9892" y="6040"/>
                    <a:pt x="9869" y="6142"/>
                    <a:pt x="9843" y="6243"/>
                  </a:cubicBezTo>
                  <a:cubicBezTo>
                    <a:pt x="9817" y="6345"/>
                    <a:pt x="9788" y="6445"/>
                    <a:pt x="9755" y="6545"/>
                  </a:cubicBezTo>
                  <a:cubicBezTo>
                    <a:pt x="9723" y="6645"/>
                    <a:pt x="9687" y="6743"/>
                    <a:pt x="9649" y="6841"/>
                  </a:cubicBezTo>
                  <a:cubicBezTo>
                    <a:pt x="9610" y="6938"/>
                    <a:pt x="9569" y="7034"/>
                    <a:pt x="9524" y="7129"/>
                  </a:cubicBezTo>
                  <a:cubicBezTo>
                    <a:pt x="9480" y="7224"/>
                    <a:pt x="9432" y="7317"/>
                    <a:pt x="9382" y="7409"/>
                  </a:cubicBezTo>
                  <a:cubicBezTo>
                    <a:pt x="9331" y="7501"/>
                    <a:pt x="9278" y="7591"/>
                    <a:pt x="9222" y="7679"/>
                  </a:cubicBezTo>
                  <a:cubicBezTo>
                    <a:pt x="9166" y="7768"/>
                    <a:pt x="9107" y="7854"/>
                    <a:pt x="9045" y="7939"/>
                  </a:cubicBezTo>
                  <a:cubicBezTo>
                    <a:pt x="8984" y="8024"/>
                    <a:pt x="8919" y="8106"/>
                    <a:pt x="8853" y="8187"/>
                  </a:cubicBezTo>
                  <a:cubicBezTo>
                    <a:pt x="8786" y="8268"/>
                    <a:pt x="8717" y="8346"/>
                    <a:pt x="8645" y="8423"/>
                  </a:cubicBezTo>
                  <a:cubicBezTo>
                    <a:pt x="8573" y="8499"/>
                    <a:pt x="8499" y="8573"/>
                    <a:pt x="8423" y="8645"/>
                  </a:cubicBezTo>
                  <a:cubicBezTo>
                    <a:pt x="8346" y="8717"/>
                    <a:pt x="8268" y="8786"/>
                    <a:pt x="8187" y="8853"/>
                  </a:cubicBezTo>
                  <a:cubicBezTo>
                    <a:pt x="8106" y="8919"/>
                    <a:pt x="8024" y="8984"/>
                    <a:pt x="7939" y="9045"/>
                  </a:cubicBezTo>
                  <a:cubicBezTo>
                    <a:pt x="7854" y="9107"/>
                    <a:pt x="7768" y="9166"/>
                    <a:pt x="7679" y="9222"/>
                  </a:cubicBezTo>
                  <a:cubicBezTo>
                    <a:pt x="7591" y="9278"/>
                    <a:pt x="7501" y="9331"/>
                    <a:pt x="7409" y="9382"/>
                  </a:cubicBezTo>
                  <a:cubicBezTo>
                    <a:pt x="7317" y="9432"/>
                    <a:pt x="7224" y="9480"/>
                    <a:pt x="7129" y="9524"/>
                  </a:cubicBezTo>
                  <a:cubicBezTo>
                    <a:pt x="7034" y="9569"/>
                    <a:pt x="6938" y="9610"/>
                    <a:pt x="6841" y="9649"/>
                  </a:cubicBezTo>
                  <a:cubicBezTo>
                    <a:pt x="6743" y="9687"/>
                    <a:pt x="6645" y="9723"/>
                    <a:pt x="6545" y="9755"/>
                  </a:cubicBezTo>
                  <a:cubicBezTo>
                    <a:pt x="6445" y="9788"/>
                    <a:pt x="6345" y="9817"/>
                    <a:pt x="6243" y="9843"/>
                  </a:cubicBezTo>
                  <a:cubicBezTo>
                    <a:pt x="6142" y="9869"/>
                    <a:pt x="6040" y="9892"/>
                    <a:pt x="5937" y="9911"/>
                  </a:cubicBezTo>
                  <a:cubicBezTo>
                    <a:pt x="5834" y="9931"/>
                    <a:pt x="5731" y="9947"/>
                    <a:pt x="5627" y="9961"/>
                  </a:cubicBezTo>
                  <a:cubicBezTo>
                    <a:pt x="5523" y="9974"/>
                    <a:pt x="5418" y="9984"/>
                    <a:pt x="5314" y="9990"/>
                  </a:cubicBezTo>
                  <a:cubicBezTo>
                    <a:pt x="5209" y="9997"/>
                    <a:pt x="5105" y="10000"/>
                    <a:pt x="5000" y="10000"/>
                  </a:cubicBezTo>
                  <a:cubicBezTo>
                    <a:pt x="4895" y="10000"/>
                    <a:pt x="4791" y="9997"/>
                    <a:pt x="4686" y="9990"/>
                  </a:cubicBezTo>
                  <a:cubicBezTo>
                    <a:pt x="4582" y="9984"/>
                    <a:pt x="4477" y="9974"/>
                    <a:pt x="4373" y="9961"/>
                  </a:cubicBezTo>
                  <a:cubicBezTo>
                    <a:pt x="4269" y="9947"/>
                    <a:pt x="4166" y="9931"/>
                    <a:pt x="4063" y="9911"/>
                  </a:cubicBezTo>
                  <a:cubicBezTo>
                    <a:pt x="3960" y="9892"/>
                    <a:pt x="3858" y="9869"/>
                    <a:pt x="3757" y="9843"/>
                  </a:cubicBezTo>
                  <a:cubicBezTo>
                    <a:pt x="3655" y="9817"/>
                    <a:pt x="3555" y="9788"/>
                    <a:pt x="3455" y="9755"/>
                  </a:cubicBezTo>
                  <a:cubicBezTo>
                    <a:pt x="3355" y="9723"/>
                    <a:pt x="3257" y="9687"/>
                    <a:pt x="3159" y="9649"/>
                  </a:cubicBezTo>
                  <a:cubicBezTo>
                    <a:pt x="3062" y="9610"/>
                    <a:pt x="2966" y="9569"/>
                    <a:pt x="2871" y="9524"/>
                  </a:cubicBezTo>
                  <a:cubicBezTo>
                    <a:pt x="2776" y="9480"/>
                    <a:pt x="2683" y="9432"/>
                    <a:pt x="2591" y="9382"/>
                  </a:cubicBezTo>
                  <a:cubicBezTo>
                    <a:pt x="2499" y="9331"/>
                    <a:pt x="2409" y="9278"/>
                    <a:pt x="2321" y="9222"/>
                  </a:cubicBezTo>
                  <a:cubicBezTo>
                    <a:pt x="2232" y="9166"/>
                    <a:pt x="2146" y="9107"/>
                    <a:pt x="2061" y="9045"/>
                  </a:cubicBezTo>
                  <a:cubicBezTo>
                    <a:pt x="1976" y="8984"/>
                    <a:pt x="1894" y="8919"/>
                    <a:pt x="1813" y="8853"/>
                  </a:cubicBezTo>
                  <a:cubicBezTo>
                    <a:pt x="1732" y="8786"/>
                    <a:pt x="1654" y="8717"/>
                    <a:pt x="1577" y="8645"/>
                  </a:cubicBezTo>
                  <a:cubicBezTo>
                    <a:pt x="1501" y="8573"/>
                    <a:pt x="1427" y="8499"/>
                    <a:pt x="1355" y="8423"/>
                  </a:cubicBezTo>
                  <a:cubicBezTo>
                    <a:pt x="1283" y="8346"/>
                    <a:pt x="1214" y="8268"/>
                    <a:pt x="1147" y="8187"/>
                  </a:cubicBezTo>
                  <a:cubicBezTo>
                    <a:pt x="1081" y="8106"/>
                    <a:pt x="1016" y="8024"/>
                    <a:pt x="955" y="7939"/>
                  </a:cubicBezTo>
                  <a:cubicBezTo>
                    <a:pt x="893" y="7854"/>
                    <a:pt x="834" y="7768"/>
                    <a:pt x="778" y="7679"/>
                  </a:cubicBezTo>
                  <a:cubicBezTo>
                    <a:pt x="722" y="7591"/>
                    <a:pt x="669" y="7501"/>
                    <a:pt x="618" y="7409"/>
                  </a:cubicBezTo>
                  <a:cubicBezTo>
                    <a:pt x="568" y="7317"/>
                    <a:pt x="520" y="7224"/>
                    <a:pt x="476" y="7129"/>
                  </a:cubicBezTo>
                  <a:cubicBezTo>
                    <a:pt x="431" y="7034"/>
                    <a:pt x="390" y="6938"/>
                    <a:pt x="351" y="6841"/>
                  </a:cubicBezTo>
                  <a:cubicBezTo>
                    <a:pt x="313" y="6743"/>
                    <a:pt x="277" y="6645"/>
                    <a:pt x="245" y="6545"/>
                  </a:cubicBezTo>
                  <a:cubicBezTo>
                    <a:pt x="212" y="6445"/>
                    <a:pt x="183" y="6345"/>
                    <a:pt x="157" y="6243"/>
                  </a:cubicBezTo>
                  <a:cubicBezTo>
                    <a:pt x="131" y="6142"/>
                    <a:pt x="108" y="6040"/>
                    <a:pt x="89" y="5937"/>
                  </a:cubicBezTo>
                  <a:cubicBezTo>
                    <a:pt x="69" y="5834"/>
                    <a:pt x="53" y="5731"/>
                    <a:pt x="39" y="5627"/>
                  </a:cubicBezTo>
                  <a:cubicBezTo>
                    <a:pt x="26" y="5523"/>
                    <a:pt x="16" y="5418"/>
                    <a:pt x="10" y="5314"/>
                  </a:cubicBezTo>
                  <a:cubicBezTo>
                    <a:pt x="3" y="5209"/>
                    <a:pt x="0" y="5105"/>
                    <a:pt x="0" y="5000"/>
                  </a:cubicBezTo>
                  <a:cubicBezTo>
                    <a:pt x="0" y="4895"/>
                    <a:pt x="3" y="4791"/>
                    <a:pt x="10" y="4686"/>
                  </a:cubicBezTo>
                  <a:cubicBezTo>
                    <a:pt x="16" y="4582"/>
                    <a:pt x="26" y="4477"/>
                    <a:pt x="39" y="4373"/>
                  </a:cubicBezTo>
                  <a:cubicBezTo>
                    <a:pt x="53" y="4269"/>
                    <a:pt x="69" y="4166"/>
                    <a:pt x="89" y="4063"/>
                  </a:cubicBezTo>
                  <a:cubicBezTo>
                    <a:pt x="108" y="3960"/>
                    <a:pt x="131" y="3858"/>
                    <a:pt x="157" y="3757"/>
                  </a:cubicBezTo>
                  <a:cubicBezTo>
                    <a:pt x="183" y="3655"/>
                    <a:pt x="212" y="3555"/>
                    <a:pt x="245" y="3455"/>
                  </a:cubicBezTo>
                  <a:cubicBezTo>
                    <a:pt x="277" y="3355"/>
                    <a:pt x="313" y="3257"/>
                    <a:pt x="351" y="3159"/>
                  </a:cubicBezTo>
                  <a:cubicBezTo>
                    <a:pt x="390" y="3062"/>
                    <a:pt x="431" y="2966"/>
                    <a:pt x="476" y="2871"/>
                  </a:cubicBezTo>
                  <a:cubicBezTo>
                    <a:pt x="520" y="2776"/>
                    <a:pt x="568" y="2683"/>
                    <a:pt x="618" y="2591"/>
                  </a:cubicBezTo>
                  <a:cubicBezTo>
                    <a:pt x="669" y="2499"/>
                    <a:pt x="722" y="2409"/>
                    <a:pt x="778" y="2321"/>
                  </a:cubicBezTo>
                  <a:cubicBezTo>
                    <a:pt x="834" y="2232"/>
                    <a:pt x="893" y="2146"/>
                    <a:pt x="955" y="2061"/>
                  </a:cubicBezTo>
                  <a:cubicBezTo>
                    <a:pt x="1016" y="1976"/>
                    <a:pt x="1081" y="1894"/>
                    <a:pt x="1147" y="1813"/>
                  </a:cubicBezTo>
                  <a:cubicBezTo>
                    <a:pt x="1214" y="1732"/>
                    <a:pt x="1283" y="1654"/>
                    <a:pt x="1355" y="1577"/>
                  </a:cubicBezTo>
                  <a:cubicBezTo>
                    <a:pt x="1427" y="1501"/>
                    <a:pt x="1501" y="1427"/>
                    <a:pt x="1577" y="1355"/>
                  </a:cubicBezTo>
                  <a:cubicBezTo>
                    <a:pt x="1654" y="1283"/>
                    <a:pt x="1732" y="1214"/>
                    <a:pt x="1813" y="1147"/>
                  </a:cubicBezTo>
                  <a:cubicBezTo>
                    <a:pt x="1894" y="1081"/>
                    <a:pt x="1976" y="1016"/>
                    <a:pt x="2061" y="955"/>
                  </a:cubicBezTo>
                  <a:cubicBezTo>
                    <a:pt x="2146" y="893"/>
                    <a:pt x="2232" y="834"/>
                    <a:pt x="2321" y="778"/>
                  </a:cubicBezTo>
                  <a:cubicBezTo>
                    <a:pt x="2409" y="722"/>
                    <a:pt x="2499" y="669"/>
                    <a:pt x="2591" y="618"/>
                  </a:cubicBezTo>
                  <a:cubicBezTo>
                    <a:pt x="2683" y="568"/>
                    <a:pt x="2776" y="520"/>
                    <a:pt x="2871" y="476"/>
                  </a:cubicBezTo>
                  <a:cubicBezTo>
                    <a:pt x="2966" y="431"/>
                    <a:pt x="3062" y="390"/>
                    <a:pt x="3159" y="351"/>
                  </a:cubicBezTo>
                  <a:cubicBezTo>
                    <a:pt x="3257" y="313"/>
                    <a:pt x="3355" y="277"/>
                    <a:pt x="3455" y="245"/>
                  </a:cubicBezTo>
                  <a:cubicBezTo>
                    <a:pt x="3555" y="212"/>
                    <a:pt x="3655" y="183"/>
                    <a:pt x="3757" y="157"/>
                  </a:cubicBezTo>
                  <a:cubicBezTo>
                    <a:pt x="3858" y="131"/>
                    <a:pt x="3960" y="108"/>
                    <a:pt x="4063" y="89"/>
                  </a:cubicBezTo>
                  <a:cubicBezTo>
                    <a:pt x="4166" y="69"/>
                    <a:pt x="4269" y="53"/>
                    <a:pt x="4373" y="39"/>
                  </a:cubicBezTo>
                  <a:cubicBezTo>
                    <a:pt x="4477" y="26"/>
                    <a:pt x="4582" y="16"/>
                    <a:pt x="4686" y="10"/>
                  </a:cubicBezTo>
                  <a:cubicBezTo>
                    <a:pt x="4791" y="3"/>
                    <a:pt x="4895" y="0"/>
                    <a:pt x="5000" y="0"/>
                  </a:cubicBezTo>
                  <a:cubicBezTo>
                    <a:pt x="5105" y="0"/>
                    <a:pt x="5209" y="3"/>
                    <a:pt x="5314" y="10"/>
                  </a:cubicBezTo>
                  <a:cubicBezTo>
                    <a:pt x="5418" y="16"/>
                    <a:pt x="5523" y="26"/>
                    <a:pt x="5627" y="39"/>
                  </a:cubicBezTo>
                  <a:cubicBezTo>
                    <a:pt x="5731" y="53"/>
                    <a:pt x="5834" y="69"/>
                    <a:pt x="5937" y="89"/>
                  </a:cubicBezTo>
                  <a:cubicBezTo>
                    <a:pt x="6040" y="108"/>
                    <a:pt x="6142" y="131"/>
                    <a:pt x="6243" y="157"/>
                  </a:cubicBezTo>
                  <a:cubicBezTo>
                    <a:pt x="6345" y="183"/>
                    <a:pt x="6445" y="212"/>
                    <a:pt x="6545" y="245"/>
                  </a:cubicBezTo>
                  <a:cubicBezTo>
                    <a:pt x="6645" y="277"/>
                    <a:pt x="6743" y="313"/>
                    <a:pt x="6841" y="351"/>
                  </a:cubicBezTo>
                  <a:cubicBezTo>
                    <a:pt x="6938" y="390"/>
                    <a:pt x="7034" y="431"/>
                    <a:pt x="7129" y="476"/>
                  </a:cubicBezTo>
                  <a:cubicBezTo>
                    <a:pt x="7224" y="520"/>
                    <a:pt x="7317" y="568"/>
                    <a:pt x="7409" y="618"/>
                  </a:cubicBezTo>
                  <a:cubicBezTo>
                    <a:pt x="7501" y="669"/>
                    <a:pt x="7591" y="722"/>
                    <a:pt x="7679" y="778"/>
                  </a:cubicBezTo>
                  <a:cubicBezTo>
                    <a:pt x="7768" y="834"/>
                    <a:pt x="7854" y="893"/>
                    <a:pt x="7939" y="955"/>
                  </a:cubicBezTo>
                  <a:cubicBezTo>
                    <a:pt x="8024" y="1016"/>
                    <a:pt x="8106" y="1081"/>
                    <a:pt x="8187" y="1147"/>
                  </a:cubicBezTo>
                  <a:cubicBezTo>
                    <a:pt x="8268" y="1214"/>
                    <a:pt x="8346" y="1283"/>
                    <a:pt x="8423" y="1355"/>
                  </a:cubicBezTo>
                  <a:cubicBezTo>
                    <a:pt x="8499" y="1427"/>
                    <a:pt x="8573" y="1501"/>
                    <a:pt x="8645" y="1577"/>
                  </a:cubicBezTo>
                  <a:cubicBezTo>
                    <a:pt x="8717" y="1654"/>
                    <a:pt x="8786" y="1732"/>
                    <a:pt x="8853" y="1813"/>
                  </a:cubicBezTo>
                  <a:cubicBezTo>
                    <a:pt x="8919" y="1894"/>
                    <a:pt x="8984" y="1976"/>
                    <a:pt x="9045" y="2061"/>
                  </a:cubicBezTo>
                  <a:cubicBezTo>
                    <a:pt x="9107" y="2146"/>
                    <a:pt x="9166" y="2232"/>
                    <a:pt x="9222" y="2321"/>
                  </a:cubicBezTo>
                  <a:cubicBezTo>
                    <a:pt x="9278" y="2409"/>
                    <a:pt x="9331" y="2499"/>
                    <a:pt x="9382" y="2591"/>
                  </a:cubicBezTo>
                  <a:cubicBezTo>
                    <a:pt x="9432" y="2683"/>
                    <a:pt x="9480" y="2776"/>
                    <a:pt x="9524" y="2871"/>
                  </a:cubicBezTo>
                  <a:cubicBezTo>
                    <a:pt x="9569" y="2966"/>
                    <a:pt x="9610" y="3062"/>
                    <a:pt x="9649" y="3159"/>
                  </a:cubicBezTo>
                  <a:cubicBezTo>
                    <a:pt x="9687" y="3257"/>
                    <a:pt x="9723" y="3355"/>
                    <a:pt x="9755" y="3455"/>
                  </a:cubicBezTo>
                  <a:cubicBezTo>
                    <a:pt x="9788" y="3555"/>
                    <a:pt x="9817" y="3655"/>
                    <a:pt x="9843" y="3757"/>
                  </a:cubicBezTo>
                  <a:cubicBezTo>
                    <a:pt x="9869" y="3858"/>
                    <a:pt x="9892" y="3960"/>
                    <a:pt x="9911" y="4063"/>
                  </a:cubicBezTo>
                  <a:cubicBezTo>
                    <a:pt x="9931" y="4166"/>
                    <a:pt x="9947" y="4269"/>
                    <a:pt x="9961" y="4373"/>
                  </a:cubicBezTo>
                  <a:cubicBezTo>
                    <a:pt x="9974" y="4477"/>
                    <a:pt x="9984" y="4582"/>
                    <a:pt x="9990" y="4686"/>
                  </a:cubicBezTo>
                  <a:cubicBezTo>
                    <a:pt x="9997" y="4791"/>
                    <a:pt x="10000" y="4895"/>
                    <a:pt x="10000" y="5000"/>
                  </a:cubicBezTo>
                  <a:close/>
                </a:path>
              </a:pathLst>
            </a:custGeom>
            <a:solidFill>
              <a:srgbClr val="123D54"/>
            </a:solidFill>
            <a:ln w="66675" cap="rnd">
              <a:solidFill>
                <a:srgbClr val="123D54"/>
              </a:solidFill>
              <a:prstDash val="solid"/>
              <a:round/>
            </a:ln>
          </p:spPr>
        </p:sp>
        <p:sp>
          <p:nvSpPr>
            <p:cNvPr id="67" name="asset-11-lucide-chart-scatter-part-5"/>
            <p:cNvSpPr/>
            <p:nvPr/>
          </p:nvSpPr>
          <p:spPr>
            <a:xfrm>
              <a:off x="170000" y="140000"/>
              <a:ext cx="10000" cy="100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10000" y="5000"/>
                  </a:moveTo>
                  <a:cubicBezTo>
                    <a:pt x="10000" y="5105"/>
                    <a:pt x="9997" y="5209"/>
                    <a:pt x="9990" y="5314"/>
                  </a:cubicBezTo>
                  <a:cubicBezTo>
                    <a:pt x="9984" y="5418"/>
                    <a:pt x="9974" y="5523"/>
                    <a:pt x="9961" y="5627"/>
                  </a:cubicBezTo>
                  <a:cubicBezTo>
                    <a:pt x="9947" y="5731"/>
                    <a:pt x="9931" y="5834"/>
                    <a:pt x="9911" y="5937"/>
                  </a:cubicBezTo>
                  <a:cubicBezTo>
                    <a:pt x="9892" y="6040"/>
                    <a:pt x="9869" y="6142"/>
                    <a:pt x="9843" y="6243"/>
                  </a:cubicBezTo>
                  <a:cubicBezTo>
                    <a:pt x="9817" y="6345"/>
                    <a:pt x="9788" y="6445"/>
                    <a:pt x="9755" y="6545"/>
                  </a:cubicBezTo>
                  <a:cubicBezTo>
                    <a:pt x="9723" y="6645"/>
                    <a:pt x="9687" y="6743"/>
                    <a:pt x="9649" y="6841"/>
                  </a:cubicBezTo>
                  <a:cubicBezTo>
                    <a:pt x="9610" y="6938"/>
                    <a:pt x="9569" y="7034"/>
                    <a:pt x="9524" y="7129"/>
                  </a:cubicBezTo>
                  <a:cubicBezTo>
                    <a:pt x="9480" y="7224"/>
                    <a:pt x="9432" y="7317"/>
                    <a:pt x="9382" y="7409"/>
                  </a:cubicBezTo>
                  <a:cubicBezTo>
                    <a:pt x="9331" y="7501"/>
                    <a:pt x="9278" y="7591"/>
                    <a:pt x="9222" y="7679"/>
                  </a:cubicBezTo>
                  <a:cubicBezTo>
                    <a:pt x="9166" y="7768"/>
                    <a:pt x="9107" y="7854"/>
                    <a:pt x="9045" y="7939"/>
                  </a:cubicBezTo>
                  <a:cubicBezTo>
                    <a:pt x="8984" y="8024"/>
                    <a:pt x="8919" y="8106"/>
                    <a:pt x="8853" y="8187"/>
                  </a:cubicBezTo>
                  <a:cubicBezTo>
                    <a:pt x="8786" y="8268"/>
                    <a:pt x="8717" y="8346"/>
                    <a:pt x="8645" y="8423"/>
                  </a:cubicBezTo>
                  <a:cubicBezTo>
                    <a:pt x="8573" y="8499"/>
                    <a:pt x="8499" y="8573"/>
                    <a:pt x="8423" y="8645"/>
                  </a:cubicBezTo>
                  <a:cubicBezTo>
                    <a:pt x="8346" y="8717"/>
                    <a:pt x="8268" y="8786"/>
                    <a:pt x="8187" y="8853"/>
                  </a:cubicBezTo>
                  <a:cubicBezTo>
                    <a:pt x="8106" y="8919"/>
                    <a:pt x="8024" y="8984"/>
                    <a:pt x="7939" y="9045"/>
                  </a:cubicBezTo>
                  <a:cubicBezTo>
                    <a:pt x="7854" y="9107"/>
                    <a:pt x="7768" y="9166"/>
                    <a:pt x="7679" y="9222"/>
                  </a:cubicBezTo>
                  <a:cubicBezTo>
                    <a:pt x="7591" y="9278"/>
                    <a:pt x="7501" y="9331"/>
                    <a:pt x="7409" y="9382"/>
                  </a:cubicBezTo>
                  <a:cubicBezTo>
                    <a:pt x="7317" y="9432"/>
                    <a:pt x="7224" y="9480"/>
                    <a:pt x="7129" y="9524"/>
                  </a:cubicBezTo>
                  <a:cubicBezTo>
                    <a:pt x="7034" y="9569"/>
                    <a:pt x="6938" y="9610"/>
                    <a:pt x="6841" y="9649"/>
                  </a:cubicBezTo>
                  <a:cubicBezTo>
                    <a:pt x="6743" y="9687"/>
                    <a:pt x="6645" y="9723"/>
                    <a:pt x="6545" y="9755"/>
                  </a:cubicBezTo>
                  <a:cubicBezTo>
                    <a:pt x="6445" y="9788"/>
                    <a:pt x="6345" y="9817"/>
                    <a:pt x="6243" y="9843"/>
                  </a:cubicBezTo>
                  <a:cubicBezTo>
                    <a:pt x="6142" y="9869"/>
                    <a:pt x="6040" y="9892"/>
                    <a:pt x="5937" y="9911"/>
                  </a:cubicBezTo>
                  <a:cubicBezTo>
                    <a:pt x="5834" y="9931"/>
                    <a:pt x="5731" y="9947"/>
                    <a:pt x="5627" y="9961"/>
                  </a:cubicBezTo>
                  <a:cubicBezTo>
                    <a:pt x="5523" y="9974"/>
                    <a:pt x="5418" y="9984"/>
                    <a:pt x="5314" y="9990"/>
                  </a:cubicBezTo>
                  <a:cubicBezTo>
                    <a:pt x="5209" y="9997"/>
                    <a:pt x="5105" y="10000"/>
                    <a:pt x="5000" y="10000"/>
                  </a:cubicBezTo>
                  <a:cubicBezTo>
                    <a:pt x="4895" y="10000"/>
                    <a:pt x="4791" y="9997"/>
                    <a:pt x="4686" y="9990"/>
                  </a:cubicBezTo>
                  <a:cubicBezTo>
                    <a:pt x="4582" y="9984"/>
                    <a:pt x="4477" y="9974"/>
                    <a:pt x="4373" y="9961"/>
                  </a:cubicBezTo>
                  <a:cubicBezTo>
                    <a:pt x="4269" y="9947"/>
                    <a:pt x="4166" y="9931"/>
                    <a:pt x="4063" y="9911"/>
                  </a:cubicBezTo>
                  <a:cubicBezTo>
                    <a:pt x="3960" y="9892"/>
                    <a:pt x="3858" y="9869"/>
                    <a:pt x="3757" y="9843"/>
                  </a:cubicBezTo>
                  <a:cubicBezTo>
                    <a:pt x="3655" y="9817"/>
                    <a:pt x="3555" y="9788"/>
                    <a:pt x="3455" y="9755"/>
                  </a:cubicBezTo>
                  <a:cubicBezTo>
                    <a:pt x="3355" y="9723"/>
                    <a:pt x="3257" y="9687"/>
                    <a:pt x="3159" y="9649"/>
                  </a:cubicBezTo>
                  <a:cubicBezTo>
                    <a:pt x="3062" y="9610"/>
                    <a:pt x="2966" y="9569"/>
                    <a:pt x="2871" y="9524"/>
                  </a:cubicBezTo>
                  <a:cubicBezTo>
                    <a:pt x="2776" y="9480"/>
                    <a:pt x="2683" y="9432"/>
                    <a:pt x="2591" y="9382"/>
                  </a:cubicBezTo>
                  <a:cubicBezTo>
                    <a:pt x="2499" y="9331"/>
                    <a:pt x="2409" y="9278"/>
                    <a:pt x="2321" y="9222"/>
                  </a:cubicBezTo>
                  <a:cubicBezTo>
                    <a:pt x="2232" y="9166"/>
                    <a:pt x="2146" y="9107"/>
                    <a:pt x="2061" y="9045"/>
                  </a:cubicBezTo>
                  <a:cubicBezTo>
                    <a:pt x="1976" y="8984"/>
                    <a:pt x="1894" y="8919"/>
                    <a:pt x="1813" y="8853"/>
                  </a:cubicBezTo>
                  <a:cubicBezTo>
                    <a:pt x="1732" y="8786"/>
                    <a:pt x="1654" y="8717"/>
                    <a:pt x="1577" y="8645"/>
                  </a:cubicBezTo>
                  <a:cubicBezTo>
                    <a:pt x="1501" y="8573"/>
                    <a:pt x="1427" y="8499"/>
                    <a:pt x="1355" y="8423"/>
                  </a:cubicBezTo>
                  <a:cubicBezTo>
                    <a:pt x="1283" y="8346"/>
                    <a:pt x="1214" y="8268"/>
                    <a:pt x="1147" y="8187"/>
                  </a:cubicBezTo>
                  <a:cubicBezTo>
                    <a:pt x="1081" y="8106"/>
                    <a:pt x="1016" y="8024"/>
                    <a:pt x="955" y="7939"/>
                  </a:cubicBezTo>
                  <a:cubicBezTo>
                    <a:pt x="893" y="7854"/>
                    <a:pt x="834" y="7768"/>
                    <a:pt x="778" y="7679"/>
                  </a:cubicBezTo>
                  <a:cubicBezTo>
                    <a:pt x="722" y="7591"/>
                    <a:pt x="669" y="7501"/>
                    <a:pt x="618" y="7409"/>
                  </a:cubicBezTo>
                  <a:cubicBezTo>
                    <a:pt x="568" y="7317"/>
                    <a:pt x="520" y="7224"/>
                    <a:pt x="476" y="7129"/>
                  </a:cubicBezTo>
                  <a:cubicBezTo>
                    <a:pt x="431" y="7034"/>
                    <a:pt x="390" y="6938"/>
                    <a:pt x="351" y="6841"/>
                  </a:cubicBezTo>
                  <a:cubicBezTo>
                    <a:pt x="313" y="6743"/>
                    <a:pt x="277" y="6645"/>
                    <a:pt x="245" y="6545"/>
                  </a:cubicBezTo>
                  <a:cubicBezTo>
                    <a:pt x="212" y="6445"/>
                    <a:pt x="183" y="6345"/>
                    <a:pt x="157" y="6243"/>
                  </a:cubicBezTo>
                  <a:cubicBezTo>
                    <a:pt x="131" y="6142"/>
                    <a:pt x="108" y="6040"/>
                    <a:pt x="89" y="5937"/>
                  </a:cubicBezTo>
                  <a:cubicBezTo>
                    <a:pt x="69" y="5834"/>
                    <a:pt x="53" y="5731"/>
                    <a:pt x="39" y="5627"/>
                  </a:cubicBezTo>
                  <a:cubicBezTo>
                    <a:pt x="26" y="5523"/>
                    <a:pt x="16" y="5418"/>
                    <a:pt x="10" y="5314"/>
                  </a:cubicBezTo>
                  <a:cubicBezTo>
                    <a:pt x="3" y="5209"/>
                    <a:pt x="0" y="5105"/>
                    <a:pt x="0" y="5000"/>
                  </a:cubicBezTo>
                  <a:cubicBezTo>
                    <a:pt x="0" y="4895"/>
                    <a:pt x="3" y="4791"/>
                    <a:pt x="10" y="4686"/>
                  </a:cubicBezTo>
                  <a:cubicBezTo>
                    <a:pt x="16" y="4582"/>
                    <a:pt x="26" y="4477"/>
                    <a:pt x="39" y="4373"/>
                  </a:cubicBezTo>
                  <a:cubicBezTo>
                    <a:pt x="53" y="4269"/>
                    <a:pt x="69" y="4166"/>
                    <a:pt x="89" y="4063"/>
                  </a:cubicBezTo>
                  <a:cubicBezTo>
                    <a:pt x="108" y="3960"/>
                    <a:pt x="131" y="3858"/>
                    <a:pt x="157" y="3757"/>
                  </a:cubicBezTo>
                  <a:cubicBezTo>
                    <a:pt x="183" y="3655"/>
                    <a:pt x="212" y="3555"/>
                    <a:pt x="245" y="3455"/>
                  </a:cubicBezTo>
                  <a:cubicBezTo>
                    <a:pt x="277" y="3355"/>
                    <a:pt x="313" y="3257"/>
                    <a:pt x="351" y="3159"/>
                  </a:cubicBezTo>
                  <a:cubicBezTo>
                    <a:pt x="390" y="3062"/>
                    <a:pt x="431" y="2966"/>
                    <a:pt x="476" y="2871"/>
                  </a:cubicBezTo>
                  <a:cubicBezTo>
                    <a:pt x="520" y="2776"/>
                    <a:pt x="568" y="2683"/>
                    <a:pt x="618" y="2591"/>
                  </a:cubicBezTo>
                  <a:cubicBezTo>
                    <a:pt x="669" y="2499"/>
                    <a:pt x="722" y="2409"/>
                    <a:pt x="778" y="2321"/>
                  </a:cubicBezTo>
                  <a:cubicBezTo>
                    <a:pt x="834" y="2232"/>
                    <a:pt x="893" y="2146"/>
                    <a:pt x="955" y="2061"/>
                  </a:cubicBezTo>
                  <a:cubicBezTo>
                    <a:pt x="1016" y="1976"/>
                    <a:pt x="1081" y="1894"/>
                    <a:pt x="1147" y="1813"/>
                  </a:cubicBezTo>
                  <a:cubicBezTo>
                    <a:pt x="1214" y="1732"/>
                    <a:pt x="1283" y="1654"/>
                    <a:pt x="1355" y="1577"/>
                  </a:cubicBezTo>
                  <a:cubicBezTo>
                    <a:pt x="1427" y="1501"/>
                    <a:pt x="1501" y="1427"/>
                    <a:pt x="1577" y="1355"/>
                  </a:cubicBezTo>
                  <a:cubicBezTo>
                    <a:pt x="1654" y="1283"/>
                    <a:pt x="1732" y="1214"/>
                    <a:pt x="1813" y="1147"/>
                  </a:cubicBezTo>
                  <a:cubicBezTo>
                    <a:pt x="1894" y="1081"/>
                    <a:pt x="1976" y="1016"/>
                    <a:pt x="2061" y="955"/>
                  </a:cubicBezTo>
                  <a:cubicBezTo>
                    <a:pt x="2146" y="893"/>
                    <a:pt x="2232" y="834"/>
                    <a:pt x="2321" y="778"/>
                  </a:cubicBezTo>
                  <a:cubicBezTo>
                    <a:pt x="2409" y="722"/>
                    <a:pt x="2499" y="669"/>
                    <a:pt x="2591" y="618"/>
                  </a:cubicBezTo>
                  <a:cubicBezTo>
                    <a:pt x="2683" y="568"/>
                    <a:pt x="2776" y="520"/>
                    <a:pt x="2871" y="476"/>
                  </a:cubicBezTo>
                  <a:cubicBezTo>
                    <a:pt x="2966" y="431"/>
                    <a:pt x="3062" y="390"/>
                    <a:pt x="3159" y="351"/>
                  </a:cubicBezTo>
                  <a:cubicBezTo>
                    <a:pt x="3257" y="313"/>
                    <a:pt x="3355" y="277"/>
                    <a:pt x="3455" y="245"/>
                  </a:cubicBezTo>
                  <a:cubicBezTo>
                    <a:pt x="3555" y="212"/>
                    <a:pt x="3655" y="183"/>
                    <a:pt x="3757" y="157"/>
                  </a:cubicBezTo>
                  <a:cubicBezTo>
                    <a:pt x="3858" y="131"/>
                    <a:pt x="3960" y="108"/>
                    <a:pt x="4063" y="89"/>
                  </a:cubicBezTo>
                  <a:cubicBezTo>
                    <a:pt x="4166" y="69"/>
                    <a:pt x="4269" y="53"/>
                    <a:pt x="4373" y="39"/>
                  </a:cubicBezTo>
                  <a:cubicBezTo>
                    <a:pt x="4477" y="26"/>
                    <a:pt x="4582" y="16"/>
                    <a:pt x="4686" y="10"/>
                  </a:cubicBezTo>
                  <a:cubicBezTo>
                    <a:pt x="4791" y="3"/>
                    <a:pt x="4895" y="0"/>
                    <a:pt x="5000" y="0"/>
                  </a:cubicBezTo>
                  <a:cubicBezTo>
                    <a:pt x="5105" y="0"/>
                    <a:pt x="5209" y="3"/>
                    <a:pt x="5314" y="10"/>
                  </a:cubicBezTo>
                  <a:cubicBezTo>
                    <a:pt x="5418" y="16"/>
                    <a:pt x="5523" y="26"/>
                    <a:pt x="5627" y="39"/>
                  </a:cubicBezTo>
                  <a:cubicBezTo>
                    <a:pt x="5731" y="53"/>
                    <a:pt x="5834" y="69"/>
                    <a:pt x="5937" y="89"/>
                  </a:cubicBezTo>
                  <a:cubicBezTo>
                    <a:pt x="6040" y="108"/>
                    <a:pt x="6142" y="131"/>
                    <a:pt x="6243" y="157"/>
                  </a:cubicBezTo>
                  <a:cubicBezTo>
                    <a:pt x="6345" y="183"/>
                    <a:pt x="6445" y="212"/>
                    <a:pt x="6545" y="245"/>
                  </a:cubicBezTo>
                  <a:cubicBezTo>
                    <a:pt x="6645" y="277"/>
                    <a:pt x="6743" y="313"/>
                    <a:pt x="6841" y="351"/>
                  </a:cubicBezTo>
                  <a:cubicBezTo>
                    <a:pt x="6938" y="390"/>
                    <a:pt x="7034" y="431"/>
                    <a:pt x="7129" y="476"/>
                  </a:cubicBezTo>
                  <a:cubicBezTo>
                    <a:pt x="7224" y="520"/>
                    <a:pt x="7317" y="568"/>
                    <a:pt x="7409" y="618"/>
                  </a:cubicBezTo>
                  <a:cubicBezTo>
                    <a:pt x="7501" y="669"/>
                    <a:pt x="7591" y="722"/>
                    <a:pt x="7679" y="778"/>
                  </a:cubicBezTo>
                  <a:cubicBezTo>
                    <a:pt x="7768" y="834"/>
                    <a:pt x="7854" y="893"/>
                    <a:pt x="7939" y="955"/>
                  </a:cubicBezTo>
                  <a:cubicBezTo>
                    <a:pt x="8024" y="1016"/>
                    <a:pt x="8106" y="1081"/>
                    <a:pt x="8187" y="1147"/>
                  </a:cubicBezTo>
                  <a:cubicBezTo>
                    <a:pt x="8268" y="1214"/>
                    <a:pt x="8346" y="1283"/>
                    <a:pt x="8423" y="1355"/>
                  </a:cubicBezTo>
                  <a:cubicBezTo>
                    <a:pt x="8499" y="1427"/>
                    <a:pt x="8573" y="1501"/>
                    <a:pt x="8645" y="1577"/>
                  </a:cubicBezTo>
                  <a:cubicBezTo>
                    <a:pt x="8717" y="1654"/>
                    <a:pt x="8786" y="1732"/>
                    <a:pt x="8853" y="1813"/>
                  </a:cubicBezTo>
                  <a:cubicBezTo>
                    <a:pt x="8919" y="1894"/>
                    <a:pt x="8984" y="1976"/>
                    <a:pt x="9045" y="2061"/>
                  </a:cubicBezTo>
                  <a:cubicBezTo>
                    <a:pt x="9107" y="2146"/>
                    <a:pt x="9166" y="2232"/>
                    <a:pt x="9222" y="2321"/>
                  </a:cubicBezTo>
                  <a:cubicBezTo>
                    <a:pt x="9278" y="2409"/>
                    <a:pt x="9331" y="2499"/>
                    <a:pt x="9382" y="2591"/>
                  </a:cubicBezTo>
                  <a:cubicBezTo>
                    <a:pt x="9432" y="2683"/>
                    <a:pt x="9480" y="2776"/>
                    <a:pt x="9524" y="2871"/>
                  </a:cubicBezTo>
                  <a:cubicBezTo>
                    <a:pt x="9569" y="2966"/>
                    <a:pt x="9610" y="3062"/>
                    <a:pt x="9649" y="3159"/>
                  </a:cubicBezTo>
                  <a:cubicBezTo>
                    <a:pt x="9687" y="3257"/>
                    <a:pt x="9723" y="3355"/>
                    <a:pt x="9755" y="3455"/>
                  </a:cubicBezTo>
                  <a:cubicBezTo>
                    <a:pt x="9788" y="3555"/>
                    <a:pt x="9817" y="3655"/>
                    <a:pt x="9843" y="3757"/>
                  </a:cubicBezTo>
                  <a:cubicBezTo>
                    <a:pt x="9869" y="3858"/>
                    <a:pt x="9892" y="3960"/>
                    <a:pt x="9911" y="4063"/>
                  </a:cubicBezTo>
                  <a:cubicBezTo>
                    <a:pt x="9931" y="4166"/>
                    <a:pt x="9947" y="4269"/>
                    <a:pt x="9961" y="4373"/>
                  </a:cubicBezTo>
                  <a:cubicBezTo>
                    <a:pt x="9974" y="4477"/>
                    <a:pt x="9984" y="4582"/>
                    <a:pt x="9990" y="4686"/>
                  </a:cubicBezTo>
                  <a:cubicBezTo>
                    <a:pt x="9997" y="4791"/>
                    <a:pt x="10000" y="4895"/>
                    <a:pt x="10000" y="5000"/>
                  </a:cubicBezTo>
                  <a:close/>
                </a:path>
              </a:pathLst>
            </a:custGeom>
            <a:solidFill>
              <a:srgbClr val="123D54"/>
            </a:solidFill>
            <a:ln w="66675" cap="rnd">
              <a:solidFill>
                <a:srgbClr val="123D54"/>
              </a:solidFill>
              <a:prstDash val="solid"/>
              <a:round/>
            </a:ln>
          </p:spPr>
        </p:sp>
        <p:sp>
          <p:nvSpPr>
            <p:cNvPr id="68" name="asset-11-lucide-chart-scatter-part-6"/>
            <p:cNvSpPr/>
            <p:nvPr/>
          </p:nvSpPr>
          <p:spPr>
            <a:xfrm>
              <a:off x="30000" y="30000"/>
              <a:ext cx="180000" cy="180000"/>
            </a:xfrm>
            <a:custGeom>
              <a:avLst/>
              <a:gdLst/>
              <a:ahLst/>
              <a:cxnLst/>
              <a:rect l="0" t="0" r="r" b="b"/>
              <a:pathLst>
                <a:path w="180000" h="180000">
                  <a:moveTo>
                    <a:pt x="0" y="0"/>
                  </a:moveTo>
                  <a:lnTo>
                    <a:pt x="0" y="160000"/>
                  </a:lnTo>
                  <a:cubicBezTo>
                    <a:pt x="0" y="160419"/>
                    <a:pt x="13" y="160838"/>
                    <a:pt x="39" y="161256"/>
                  </a:cubicBezTo>
                  <a:cubicBezTo>
                    <a:pt x="66" y="161674"/>
                    <a:pt x="105" y="162091"/>
                    <a:pt x="158" y="162507"/>
                  </a:cubicBezTo>
                  <a:cubicBezTo>
                    <a:pt x="210" y="162922"/>
                    <a:pt x="276" y="163336"/>
                    <a:pt x="354" y="163748"/>
                  </a:cubicBezTo>
                  <a:cubicBezTo>
                    <a:pt x="433" y="164159"/>
                    <a:pt x="524" y="164568"/>
                    <a:pt x="628" y="164974"/>
                  </a:cubicBezTo>
                  <a:cubicBezTo>
                    <a:pt x="733" y="165380"/>
                    <a:pt x="849" y="165782"/>
                    <a:pt x="979" y="166180"/>
                  </a:cubicBezTo>
                  <a:cubicBezTo>
                    <a:pt x="1108" y="166579"/>
                    <a:pt x="1250" y="166973"/>
                    <a:pt x="1404" y="167362"/>
                  </a:cubicBezTo>
                  <a:cubicBezTo>
                    <a:pt x="1559" y="167752"/>
                    <a:pt x="1725" y="168137"/>
                    <a:pt x="1903" y="168516"/>
                  </a:cubicBezTo>
                  <a:cubicBezTo>
                    <a:pt x="2082" y="168895"/>
                    <a:pt x="2272" y="169268"/>
                    <a:pt x="2474" y="169635"/>
                  </a:cubicBezTo>
                  <a:cubicBezTo>
                    <a:pt x="2676" y="170002"/>
                    <a:pt x="2889" y="170363"/>
                    <a:pt x="3113" y="170717"/>
                  </a:cubicBezTo>
                  <a:cubicBezTo>
                    <a:pt x="3338" y="171070"/>
                    <a:pt x="3573" y="171417"/>
                    <a:pt x="3820" y="171756"/>
                  </a:cubicBezTo>
                  <a:cubicBezTo>
                    <a:pt x="4066" y="172095"/>
                    <a:pt x="4323" y="172426"/>
                    <a:pt x="4590" y="172748"/>
                  </a:cubicBezTo>
                  <a:cubicBezTo>
                    <a:pt x="4857" y="173071"/>
                    <a:pt x="5134" y="173386"/>
                    <a:pt x="5421" y="173691"/>
                  </a:cubicBezTo>
                  <a:cubicBezTo>
                    <a:pt x="5707" y="173996"/>
                    <a:pt x="6004" y="174293"/>
                    <a:pt x="6309" y="174579"/>
                  </a:cubicBezTo>
                  <a:cubicBezTo>
                    <a:pt x="6614" y="174866"/>
                    <a:pt x="6929" y="175143"/>
                    <a:pt x="7252" y="175410"/>
                  </a:cubicBezTo>
                  <a:cubicBezTo>
                    <a:pt x="7574" y="175677"/>
                    <a:pt x="7905" y="175934"/>
                    <a:pt x="8244" y="176180"/>
                  </a:cubicBezTo>
                  <a:cubicBezTo>
                    <a:pt x="8583" y="176427"/>
                    <a:pt x="8930" y="176662"/>
                    <a:pt x="9283" y="176887"/>
                  </a:cubicBezTo>
                  <a:cubicBezTo>
                    <a:pt x="9637" y="177111"/>
                    <a:pt x="9998" y="177324"/>
                    <a:pt x="10365" y="177526"/>
                  </a:cubicBezTo>
                  <a:cubicBezTo>
                    <a:pt x="10732" y="177728"/>
                    <a:pt x="11105" y="177918"/>
                    <a:pt x="11484" y="178097"/>
                  </a:cubicBezTo>
                  <a:cubicBezTo>
                    <a:pt x="11863" y="178275"/>
                    <a:pt x="12248" y="178441"/>
                    <a:pt x="12638" y="178596"/>
                  </a:cubicBezTo>
                  <a:cubicBezTo>
                    <a:pt x="13027" y="178750"/>
                    <a:pt x="13421" y="178892"/>
                    <a:pt x="13820" y="179021"/>
                  </a:cubicBezTo>
                  <a:cubicBezTo>
                    <a:pt x="14218" y="179151"/>
                    <a:pt x="14620" y="179267"/>
                    <a:pt x="15026" y="179372"/>
                  </a:cubicBezTo>
                  <a:cubicBezTo>
                    <a:pt x="15432" y="179476"/>
                    <a:pt x="15841" y="179567"/>
                    <a:pt x="16252" y="179646"/>
                  </a:cubicBezTo>
                  <a:cubicBezTo>
                    <a:pt x="16664" y="179724"/>
                    <a:pt x="17078" y="179790"/>
                    <a:pt x="17493" y="179842"/>
                  </a:cubicBezTo>
                  <a:cubicBezTo>
                    <a:pt x="17909" y="179895"/>
                    <a:pt x="18326" y="179934"/>
                    <a:pt x="18744" y="179961"/>
                  </a:cubicBezTo>
                  <a:cubicBezTo>
                    <a:pt x="19162" y="179987"/>
                    <a:pt x="19581" y="180000"/>
                    <a:pt x="20000" y="180000"/>
                  </a:cubicBezTo>
                  <a:lnTo>
                    <a:pt x="180000" y="180000"/>
                  </a:lnTo>
                </a:path>
              </a:pathLst>
            </a:custGeom>
            <a:noFill/>
            <a:ln w="66675" cap="rnd">
              <a:solidFill>
                <a:srgbClr val="123D54"/>
              </a:solidFill>
              <a:prstDash val="solid"/>
              <a:round/>
            </a:ln>
          </p:spPr>
        </p:sp>
      </p:grpSp>
      <p:sp>
        <p:nvSpPr>
          <p:cNvPr id="21" name="TextBox 20"/>
          <p:cNvSpPr txBox="1"/>
          <p:nvPr/>
        </p:nvSpPr>
        <p:spPr>
          <a:xfrm>
            <a:off x="6181725" y="4781550"/>
            <a:ext cx="53816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25" b="1">
                <a:solidFill>
                  <a:srgbClr val="123D54"/>
                </a:solidFill>
                <a:latin typeface="Noto Sans CJK SC"/>
              </a:defRPr>
            </a:pPr>
            <a:r>
              <a:t>整理与分析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725" y="5276850"/>
            <a:ext cx="53816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23D54"/>
                </a:solidFill>
                <a:latin typeface="Noto Sans CJK SC"/>
              </a:defRPr>
            </a:pPr>
            <a:r>
              <a:t>记录统计与模型解释分开呈现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582400" cy="590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38314C"/>
                </a:solidFill>
                <a:latin typeface="Noto Sans CJK SC"/>
              </a:defRPr>
            </a:pPr>
            <a:r>
              <a:t>微卫星分型：把质控放在个体识别之前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857250"/>
            <a:ext cx="11582400" cy="19050"/>
          </a:xfrm>
          <a:prstGeom prst="rect">
            <a:avLst/>
          </a:prstGeom>
          <a:solidFill>
            <a:srgbClr val="38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0287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5" b="0">
                <a:solidFill>
                  <a:srgbClr val="38314C"/>
                </a:solidFill>
                <a:latin typeface="Noto Sans CJK SC"/>
              </a:defRPr>
            </a:pPr>
            <a:r>
              <a:t>用并列证据检查支持后续识别，避免把示意关系当成最终分析结果。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6419850"/>
            <a:ext cx="11582400" cy="19050"/>
          </a:xfrm>
          <a:prstGeom prst="rect">
            <a:avLst/>
          </a:prstGeom>
          <a:solidFill>
            <a:srgbClr val="38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" y="6553200"/>
            <a:ext cx="11334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62746B"/>
                </a:solidFill>
                <a:latin typeface="Noto Sans CJK SC"/>
              </a:defRPr>
            </a:pPr>
            <a:r>
              <a:t>生态监测研究主题样板 · 公开素材与流程示意，不含项目实测数据或真实点位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752600"/>
            <a:ext cx="7239000" cy="4267200"/>
          </a:xfrm>
          <a:prstGeom prst="rect">
            <a:avLst/>
          </a:prstGeom>
          <a:solidFill>
            <a:srgbClr val="F0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1933575"/>
            <a:ext cx="67437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25" b="1">
                <a:solidFill>
                  <a:srgbClr val="38314C"/>
                </a:solidFill>
                <a:latin typeface="Noto Sans CJK SC"/>
              </a:defRPr>
            </a:pPr>
            <a:r>
              <a:t>样品 → 原始证据 → 候选分型 → 复核</a:t>
            </a:r>
          </a:p>
        </p:txBody>
      </p:sp>
      <p:grpSp>
        <p:nvGrpSpPr>
          <p:cNvPr id="22" name="asset-12-lucide-database" descr="database — Cole Bemis; Lucide contributors; preserve the bundled full upstream license. Source: https://github.com/lucide-icons/lucide/blob/20aef31db93fe4d9f398dbb15b120d99c48eef95/icons/database.svg; SVG SHA256: 471eb14bc8d144896a82dfc4aa9daf350f769f0896f4bef33e50aabdbb51130d; native DrawingML derivative; recolored 38314C"/>
          <p:cNvGrpSpPr/>
          <p:nvPr/>
        </p:nvGrpSpPr>
        <p:grpSpPr>
          <a:xfrm>
            <a:off x="571500" y="2619375"/>
            <a:ext cx="723900" cy="723900"/>
            <a:chOff x="0" y="0"/>
            <a:chExt cx="240000" cy="240000"/>
          </a:xfrm>
        </p:grpSpPr>
        <p:sp>
          <p:nvSpPr>
            <p:cNvPr id="23" name="asset-12-lucide-database-part-1"/>
            <p:cNvSpPr/>
            <p:nvPr/>
          </p:nvSpPr>
          <p:spPr>
            <a:xfrm>
              <a:off x="30000" y="20000"/>
              <a:ext cx="180000" cy="60000"/>
            </a:xfrm>
            <a:custGeom>
              <a:avLst/>
              <a:gdLst/>
              <a:ahLst/>
              <a:cxnLst/>
              <a:rect l="0" t="0" r="r" b="b"/>
              <a:pathLst>
                <a:path w="180000" h="60000">
                  <a:moveTo>
                    <a:pt x="180000" y="30000"/>
                  </a:moveTo>
                  <a:cubicBezTo>
                    <a:pt x="180000" y="30628"/>
                    <a:pt x="179941" y="31257"/>
                    <a:pt x="179822" y="31884"/>
                  </a:cubicBezTo>
                  <a:cubicBezTo>
                    <a:pt x="179704" y="32511"/>
                    <a:pt x="179527" y="33137"/>
                    <a:pt x="179290" y="33760"/>
                  </a:cubicBezTo>
                  <a:cubicBezTo>
                    <a:pt x="179054" y="34383"/>
                    <a:pt x="178759" y="35004"/>
                    <a:pt x="178406" y="35621"/>
                  </a:cubicBezTo>
                  <a:cubicBezTo>
                    <a:pt x="178053" y="36239"/>
                    <a:pt x="177641" y="36852"/>
                    <a:pt x="177172" y="37461"/>
                  </a:cubicBezTo>
                  <a:cubicBezTo>
                    <a:pt x="176704" y="38069"/>
                    <a:pt x="176178" y="38673"/>
                    <a:pt x="175595" y="39271"/>
                  </a:cubicBezTo>
                  <a:cubicBezTo>
                    <a:pt x="175013" y="39868"/>
                    <a:pt x="174374" y="40459"/>
                    <a:pt x="173680" y="41044"/>
                  </a:cubicBezTo>
                  <a:cubicBezTo>
                    <a:pt x="172986" y="41628"/>
                    <a:pt x="172237" y="42205"/>
                    <a:pt x="171434" y="42773"/>
                  </a:cubicBezTo>
                  <a:cubicBezTo>
                    <a:pt x="170632" y="43342"/>
                    <a:pt x="169776" y="43902"/>
                    <a:pt x="168868" y="44453"/>
                  </a:cubicBezTo>
                  <a:cubicBezTo>
                    <a:pt x="167959" y="45003"/>
                    <a:pt x="167000" y="45544"/>
                    <a:pt x="165990" y="46075"/>
                  </a:cubicBezTo>
                  <a:cubicBezTo>
                    <a:pt x="164979" y="46605"/>
                    <a:pt x="163920" y="47125"/>
                    <a:pt x="162812" y="47634"/>
                  </a:cubicBezTo>
                  <a:cubicBezTo>
                    <a:pt x="161703" y="48142"/>
                    <a:pt x="160548" y="48639"/>
                    <a:pt x="159346" y="49123"/>
                  </a:cubicBezTo>
                  <a:cubicBezTo>
                    <a:pt x="158145" y="49607"/>
                    <a:pt x="156898" y="50078"/>
                    <a:pt x="155607" y="50536"/>
                  </a:cubicBezTo>
                  <a:cubicBezTo>
                    <a:pt x="154317" y="50994"/>
                    <a:pt x="152983" y="51439"/>
                    <a:pt x="151609" y="51869"/>
                  </a:cubicBezTo>
                  <a:cubicBezTo>
                    <a:pt x="150235" y="52299"/>
                    <a:pt x="148821" y="52715"/>
                    <a:pt x="147368" y="53115"/>
                  </a:cubicBezTo>
                  <a:cubicBezTo>
                    <a:pt x="145916" y="53516"/>
                    <a:pt x="144426" y="53901"/>
                    <a:pt x="142901" y="54271"/>
                  </a:cubicBezTo>
                  <a:cubicBezTo>
                    <a:pt x="141376" y="54640"/>
                    <a:pt x="139816" y="54993"/>
                    <a:pt x="138224" y="55330"/>
                  </a:cubicBezTo>
                  <a:cubicBezTo>
                    <a:pt x="136633" y="55667"/>
                    <a:pt x="135010" y="55986"/>
                    <a:pt x="133358" y="56289"/>
                  </a:cubicBezTo>
                  <a:cubicBezTo>
                    <a:pt x="131706" y="56592"/>
                    <a:pt x="130026" y="56877"/>
                    <a:pt x="128320" y="57145"/>
                  </a:cubicBezTo>
                  <a:cubicBezTo>
                    <a:pt x="126614" y="57412"/>
                    <a:pt x="124884" y="57662"/>
                    <a:pt x="123131" y="57893"/>
                  </a:cubicBezTo>
                  <a:cubicBezTo>
                    <a:pt x="121378" y="58125"/>
                    <a:pt x="119604" y="58338"/>
                    <a:pt x="117812" y="58532"/>
                  </a:cubicBezTo>
                  <a:cubicBezTo>
                    <a:pt x="116019" y="58726"/>
                    <a:pt x="114208" y="58901"/>
                    <a:pt x="112382" y="59057"/>
                  </a:cubicBezTo>
                  <a:cubicBezTo>
                    <a:pt x="110556" y="59214"/>
                    <a:pt x="108716" y="59351"/>
                    <a:pt x="106864" y="59469"/>
                  </a:cubicBezTo>
                  <a:cubicBezTo>
                    <a:pt x="105013" y="59586"/>
                    <a:pt x="103150" y="59685"/>
                    <a:pt x="101280" y="59763"/>
                  </a:cubicBezTo>
                  <a:cubicBezTo>
                    <a:pt x="99410" y="59842"/>
                    <a:pt x="97533" y="59901"/>
                    <a:pt x="95651" y="59941"/>
                  </a:cubicBezTo>
                  <a:cubicBezTo>
                    <a:pt x="93770" y="59980"/>
                    <a:pt x="91885" y="60000"/>
                    <a:pt x="90000" y="60000"/>
                  </a:cubicBezTo>
                  <a:cubicBezTo>
                    <a:pt x="88115" y="60000"/>
                    <a:pt x="86230" y="59980"/>
                    <a:pt x="84349" y="59941"/>
                  </a:cubicBezTo>
                  <a:cubicBezTo>
                    <a:pt x="82467" y="59901"/>
                    <a:pt x="80590" y="59842"/>
                    <a:pt x="78720" y="59763"/>
                  </a:cubicBezTo>
                  <a:cubicBezTo>
                    <a:pt x="76850" y="59685"/>
                    <a:pt x="74987" y="59586"/>
                    <a:pt x="73136" y="59469"/>
                  </a:cubicBezTo>
                  <a:cubicBezTo>
                    <a:pt x="71284" y="59351"/>
                    <a:pt x="69444" y="59214"/>
                    <a:pt x="67618" y="59057"/>
                  </a:cubicBezTo>
                  <a:cubicBezTo>
                    <a:pt x="65792" y="58901"/>
                    <a:pt x="63981" y="58726"/>
                    <a:pt x="62188" y="58532"/>
                  </a:cubicBezTo>
                  <a:cubicBezTo>
                    <a:pt x="60396" y="58338"/>
                    <a:pt x="58622" y="58125"/>
                    <a:pt x="56869" y="57893"/>
                  </a:cubicBezTo>
                  <a:cubicBezTo>
                    <a:pt x="55116" y="57662"/>
                    <a:pt x="53386" y="57412"/>
                    <a:pt x="51680" y="57145"/>
                  </a:cubicBezTo>
                  <a:cubicBezTo>
                    <a:pt x="49974" y="56877"/>
                    <a:pt x="48294" y="56592"/>
                    <a:pt x="46642" y="56289"/>
                  </a:cubicBezTo>
                  <a:cubicBezTo>
                    <a:pt x="44990" y="55986"/>
                    <a:pt x="43367" y="55667"/>
                    <a:pt x="41776" y="55330"/>
                  </a:cubicBezTo>
                  <a:cubicBezTo>
                    <a:pt x="40184" y="54993"/>
                    <a:pt x="38624" y="54640"/>
                    <a:pt x="37099" y="54271"/>
                  </a:cubicBezTo>
                  <a:cubicBezTo>
                    <a:pt x="35574" y="53901"/>
                    <a:pt x="34084" y="53516"/>
                    <a:pt x="32632" y="53115"/>
                  </a:cubicBezTo>
                  <a:cubicBezTo>
                    <a:pt x="31179" y="52715"/>
                    <a:pt x="29765" y="52299"/>
                    <a:pt x="28391" y="51869"/>
                  </a:cubicBezTo>
                  <a:cubicBezTo>
                    <a:pt x="27017" y="51439"/>
                    <a:pt x="25683" y="50994"/>
                    <a:pt x="24393" y="50536"/>
                  </a:cubicBezTo>
                  <a:cubicBezTo>
                    <a:pt x="23102" y="50078"/>
                    <a:pt x="21855" y="49607"/>
                    <a:pt x="20654" y="49123"/>
                  </a:cubicBezTo>
                  <a:cubicBezTo>
                    <a:pt x="19452" y="48639"/>
                    <a:pt x="18297" y="48142"/>
                    <a:pt x="17188" y="47634"/>
                  </a:cubicBezTo>
                  <a:cubicBezTo>
                    <a:pt x="16080" y="47125"/>
                    <a:pt x="15021" y="46605"/>
                    <a:pt x="14010" y="46075"/>
                  </a:cubicBezTo>
                  <a:cubicBezTo>
                    <a:pt x="13000" y="45544"/>
                    <a:pt x="12041" y="45003"/>
                    <a:pt x="11132" y="44453"/>
                  </a:cubicBezTo>
                  <a:cubicBezTo>
                    <a:pt x="10224" y="43902"/>
                    <a:pt x="9368" y="43342"/>
                    <a:pt x="8566" y="42773"/>
                  </a:cubicBezTo>
                  <a:cubicBezTo>
                    <a:pt x="7763" y="42205"/>
                    <a:pt x="7014" y="41628"/>
                    <a:pt x="6320" y="41044"/>
                  </a:cubicBezTo>
                  <a:cubicBezTo>
                    <a:pt x="5626" y="40459"/>
                    <a:pt x="4987" y="39868"/>
                    <a:pt x="4405" y="39271"/>
                  </a:cubicBezTo>
                  <a:cubicBezTo>
                    <a:pt x="3822" y="38673"/>
                    <a:pt x="3296" y="38069"/>
                    <a:pt x="2828" y="37461"/>
                  </a:cubicBezTo>
                  <a:cubicBezTo>
                    <a:pt x="2359" y="36852"/>
                    <a:pt x="1947" y="36239"/>
                    <a:pt x="1594" y="35621"/>
                  </a:cubicBezTo>
                  <a:cubicBezTo>
                    <a:pt x="1241" y="35004"/>
                    <a:pt x="946" y="34383"/>
                    <a:pt x="710" y="33760"/>
                  </a:cubicBezTo>
                  <a:cubicBezTo>
                    <a:pt x="473" y="33137"/>
                    <a:pt x="296" y="32511"/>
                    <a:pt x="178" y="31884"/>
                  </a:cubicBezTo>
                  <a:cubicBezTo>
                    <a:pt x="59" y="31257"/>
                    <a:pt x="0" y="30628"/>
                    <a:pt x="0" y="30000"/>
                  </a:cubicBezTo>
                  <a:cubicBezTo>
                    <a:pt x="0" y="29372"/>
                    <a:pt x="59" y="28743"/>
                    <a:pt x="178" y="28116"/>
                  </a:cubicBezTo>
                  <a:cubicBezTo>
                    <a:pt x="296" y="27489"/>
                    <a:pt x="473" y="26863"/>
                    <a:pt x="710" y="26240"/>
                  </a:cubicBezTo>
                  <a:cubicBezTo>
                    <a:pt x="946" y="25617"/>
                    <a:pt x="1241" y="24996"/>
                    <a:pt x="1594" y="24379"/>
                  </a:cubicBezTo>
                  <a:cubicBezTo>
                    <a:pt x="1947" y="23761"/>
                    <a:pt x="2359" y="23148"/>
                    <a:pt x="2828" y="22539"/>
                  </a:cubicBezTo>
                  <a:cubicBezTo>
                    <a:pt x="3296" y="21931"/>
                    <a:pt x="3822" y="21327"/>
                    <a:pt x="4405" y="20729"/>
                  </a:cubicBezTo>
                  <a:cubicBezTo>
                    <a:pt x="4987" y="20132"/>
                    <a:pt x="5626" y="19541"/>
                    <a:pt x="6320" y="18956"/>
                  </a:cubicBezTo>
                  <a:cubicBezTo>
                    <a:pt x="7014" y="18372"/>
                    <a:pt x="7763" y="17795"/>
                    <a:pt x="8566" y="17227"/>
                  </a:cubicBezTo>
                  <a:cubicBezTo>
                    <a:pt x="9368" y="16658"/>
                    <a:pt x="10224" y="16098"/>
                    <a:pt x="11132" y="15547"/>
                  </a:cubicBezTo>
                  <a:cubicBezTo>
                    <a:pt x="12041" y="14997"/>
                    <a:pt x="13000" y="14456"/>
                    <a:pt x="14010" y="13925"/>
                  </a:cubicBezTo>
                  <a:cubicBezTo>
                    <a:pt x="15021" y="13395"/>
                    <a:pt x="16080" y="12875"/>
                    <a:pt x="17188" y="12366"/>
                  </a:cubicBezTo>
                  <a:cubicBezTo>
                    <a:pt x="18297" y="11858"/>
                    <a:pt x="19452" y="11361"/>
                    <a:pt x="20654" y="10877"/>
                  </a:cubicBezTo>
                  <a:cubicBezTo>
                    <a:pt x="21855" y="10393"/>
                    <a:pt x="23102" y="9922"/>
                    <a:pt x="24393" y="9464"/>
                  </a:cubicBezTo>
                  <a:cubicBezTo>
                    <a:pt x="25683" y="9006"/>
                    <a:pt x="27017" y="8561"/>
                    <a:pt x="28391" y="8131"/>
                  </a:cubicBezTo>
                  <a:cubicBezTo>
                    <a:pt x="29765" y="7701"/>
                    <a:pt x="31179" y="7285"/>
                    <a:pt x="32632" y="6885"/>
                  </a:cubicBezTo>
                  <a:cubicBezTo>
                    <a:pt x="34084" y="6484"/>
                    <a:pt x="35574" y="6099"/>
                    <a:pt x="37099" y="5729"/>
                  </a:cubicBezTo>
                  <a:cubicBezTo>
                    <a:pt x="38624" y="5360"/>
                    <a:pt x="40184" y="5007"/>
                    <a:pt x="41776" y="4670"/>
                  </a:cubicBezTo>
                  <a:cubicBezTo>
                    <a:pt x="43367" y="4333"/>
                    <a:pt x="44990" y="4014"/>
                    <a:pt x="46642" y="3711"/>
                  </a:cubicBezTo>
                  <a:cubicBezTo>
                    <a:pt x="48294" y="3408"/>
                    <a:pt x="49974" y="3123"/>
                    <a:pt x="51680" y="2855"/>
                  </a:cubicBezTo>
                  <a:cubicBezTo>
                    <a:pt x="53386" y="2588"/>
                    <a:pt x="55116" y="2338"/>
                    <a:pt x="56869" y="2107"/>
                  </a:cubicBezTo>
                  <a:cubicBezTo>
                    <a:pt x="58622" y="1875"/>
                    <a:pt x="60396" y="1662"/>
                    <a:pt x="62188" y="1468"/>
                  </a:cubicBezTo>
                  <a:cubicBezTo>
                    <a:pt x="63981" y="1274"/>
                    <a:pt x="65792" y="1099"/>
                    <a:pt x="67618" y="943"/>
                  </a:cubicBezTo>
                  <a:cubicBezTo>
                    <a:pt x="69444" y="786"/>
                    <a:pt x="71284" y="649"/>
                    <a:pt x="73136" y="531"/>
                  </a:cubicBezTo>
                  <a:cubicBezTo>
                    <a:pt x="74987" y="414"/>
                    <a:pt x="76850" y="315"/>
                    <a:pt x="78720" y="237"/>
                  </a:cubicBezTo>
                  <a:cubicBezTo>
                    <a:pt x="80590" y="158"/>
                    <a:pt x="82467" y="99"/>
                    <a:pt x="84349" y="59"/>
                  </a:cubicBezTo>
                  <a:cubicBezTo>
                    <a:pt x="86230" y="20"/>
                    <a:pt x="88115" y="0"/>
                    <a:pt x="90000" y="0"/>
                  </a:cubicBezTo>
                  <a:cubicBezTo>
                    <a:pt x="91885" y="0"/>
                    <a:pt x="93770" y="20"/>
                    <a:pt x="95651" y="59"/>
                  </a:cubicBezTo>
                  <a:cubicBezTo>
                    <a:pt x="97533" y="99"/>
                    <a:pt x="99410" y="158"/>
                    <a:pt x="101280" y="237"/>
                  </a:cubicBezTo>
                  <a:cubicBezTo>
                    <a:pt x="103150" y="315"/>
                    <a:pt x="105013" y="414"/>
                    <a:pt x="106864" y="531"/>
                  </a:cubicBezTo>
                  <a:cubicBezTo>
                    <a:pt x="108716" y="649"/>
                    <a:pt x="110556" y="786"/>
                    <a:pt x="112382" y="943"/>
                  </a:cubicBezTo>
                  <a:cubicBezTo>
                    <a:pt x="114208" y="1099"/>
                    <a:pt x="116019" y="1274"/>
                    <a:pt x="117812" y="1468"/>
                  </a:cubicBezTo>
                  <a:cubicBezTo>
                    <a:pt x="119604" y="1662"/>
                    <a:pt x="121378" y="1875"/>
                    <a:pt x="123131" y="2107"/>
                  </a:cubicBezTo>
                  <a:cubicBezTo>
                    <a:pt x="124884" y="2338"/>
                    <a:pt x="126614" y="2588"/>
                    <a:pt x="128320" y="2855"/>
                  </a:cubicBezTo>
                  <a:cubicBezTo>
                    <a:pt x="130026" y="3123"/>
                    <a:pt x="131706" y="3408"/>
                    <a:pt x="133358" y="3711"/>
                  </a:cubicBezTo>
                  <a:cubicBezTo>
                    <a:pt x="135010" y="4014"/>
                    <a:pt x="136633" y="4333"/>
                    <a:pt x="138224" y="4670"/>
                  </a:cubicBezTo>
                  <a:cubicBezTo>
                    <a:pt x="139816" y="5007"/>
                    <a:pt x="141376" y="5360"/>
                    <a:pt x="142901" y="5729"/>
                  </a:cubicBezTo>
                  <a:cubicBezTo>
                    <a:pt x="144426" y="6099"/>
                    <a:pt x="145916" y="6484"/>
                    <a:pt x="147368" y="6885"/>
                  </a:cubicBezTo>
                  <a:cubicBezTo>
                    <a:pt x="148821" y="7285"/>
                    <a:pt x="150235" y="7701"/>
                    <a:pt x="151609" y="8131"/>
                  </a:cubicBezTo>
                  <a:cubicBezTo>
                    <a:pt x="152983" y="8561"/>
                    <a:pt x="154317" y="9006"/>
                    <a:pt x="155607" y="9464"/>
                  </a:cubicBezTo>
                  <a:cubicBezTo>
                    <a:pt x="156898" y="9922"/>
                    <a:pt x="158145" y="10393"/>
                    <a:pt x="159346" y="10877"/>
                  </a:cubicBezTo>
                  <a:cubicBezTo>
                    <a:pt x="160548" y="11361"/>
                    <a:pt x="161703" y="11858"/>
                    <a:pt x="162812" y="12366"/>
                  </a:cubicBezTo>
                  <a:cubicBezTo>
                    <a:pt x="163920" y="12875"/>
                    <a:pt x="164979" y="13395"/>
                    <a:pt x="165990" y="13925"/>
                  </a:cubicBezTo>
                  <a:cubicBezTo>
                    <a:pt x="167000" y="14456"/>
                    <a:pt x="167959" y="14997"/>
                    <a:pt x="168868" y="15547"/>
                  </a:cubicBezTo>
                  <a:cubicBezTo>
                    <a:pt x="169776" y="16098"/>
                    <a:pt x="170632" y="16658"/>
                    <a:pt x="171434" y="17227"/>
                  </a:cubicBezTo>
                  <a:cubicBezTo>
                    <a:pt x="172237" y="17795"/>
                    <a:pt x="172986" y="18372"/>
                    <a:pt x="173680" y="18956"/>
                  </a:cubicBezTo>
                  <a:cubicBezTo>
                    <a:pt x="174374" y="19541"/>
                    <a:pt x="175013" y="20132"/>
                    <a:pt x="175595" y="20729"/>
                  </a:cubicBezTo>
                  <a:cubicBezTo>
                    <a:pt x="176178" y="21327"/>
                    <a:pt x="176704" y="21931"/>
                    <a:pt x="177172" y="22539"/>
                  </a:cubicBezTo>
                  <a:cubicBezTo>
                    <a:pt x="177641" y="23148"/>
                    <a:pt x="178053" y="23761"/>
                    <a:pt x="178406" y="24379"/>
                  </a:cubicBezTo>
                  <a:cubicBezTo>
                    <a:pt x="178759" y="24996"/>
                    <a:pt x="179054" y="25617"/>
                    <a:pt x="179290" y="26240"/>
                  </a:cubicBezTo>
                  <a:cubicBezTo>
                    <a:pt x="179527" y="26863"/>
                    <a:pt x="179704" y="27489"/>
                    <a:pt x="179822" y="28116"/>
                  </a:cubicBezTo>
                  <a:cubicBezTo>
                    <a:pt x="179941" y="28743"/>
                    <a:pt x="180000" y="29372"/>
                    <a:pt x="180000" y="30000"/>
                  </a:cubicBezTo>
                  <a:close/>
                </a:path>
              </a:pathLst>
            </a:custGeom>
            <a:noFill/>
            <a:ln w="60325" cap="rnd">
              <a:solidFill>
                <a:srgbClr val="38314C"/>
              </a:solidFill>
              <a:prstDash val="solid"/>
              <a:round/>
            </a:ln>
          </p:spPr>
        </p:sp>
        <p:sp>
          <p:nvSpPr>
            <p:cNvPr id="24" name="asset-12-lucide-database-part-2"/>
            <p:cNvSpPr/>
            <p:nvPr/>
          </p:nvSpPr>
          <p:spPr>
            <a:xfrm>
              <a:off x="30000" y="50000"/>
              <a:ext cx="180000" cy="170000"/>
            </a:xfrm>
            <a:custGeom>
              <a:avLst/>
              <a:gdLst/>
              <a:ahLst/>
              <a:cxnLst/>
              <a:rect l="0" t="0" r="r" b="b"/>
              <a:pathLst>
                <a:path w="180000" h="170000">
                  <a:moveTo>
                    <a:pt x="0" y="0"/>
                  </a:moveTo>
                  <a:lnTo>
                    <a:pt x="0" y="140000"/>
                  </a:lnTo>
                  <a:cubicBezTo>
                    <a:pt x="0" y="140628"/>
                    <a:pt x="59" y="141257"/>
                    <a:pt x="178" y="141884"/>
                  </a:cubicBezTo>
                  <a:cubicBezTo>
                    <a:pt x="296" y="142511"/>
                    <a:pt x="473" y="143137"/>
                    <a:pt x="710" y="143760"/>
                  </a:cubicBezTo>
                  <a:cubicBezTo>
                    <a:pt x="946" y="144383"/>
                    <a:pt x="1241" y="145004"/>
                    <a:pt x="1594" y="145621"/>
                  </a:cubicBezTo>
                  <a:cubicBezTo>
                    <a:pt x="1947" y="146239"/>
                    <a:pt x="2359" y="146852"/>
                    <a:pt x="2828" y="147461"/>
                  </a:cubicBezTo>
                  <a:cubicBezTo>
                    <a:pt x="3296" y="148069"/>
                    <a:pt x="3822" y="148673"/>
                    <a:pt x="4405" y="149271"/>
                  </a:cubicBezTo>
                  <a:cubicBezTo>
                    <a:pt x="4987" y="149868"/>
                    <a:pt x="5626" y="150459"/>
                    <a:pt x="6320" y="151044"/>
                  </a:cubicBezTo>
                  <a:cubicBezTo>
                    <a:pt x="7014" y="151628"/>
                    <a:pt x="7763" y="152205"/>
                    <a:pt x="8566" y="152773"/>
                  </a:cubicBezTo>
                  <a:cubicBezTo>
                    <a:pt x="9368" y="153342"/>
                    <a:pt x="10224" y="153902"/>
                    <a:pt x="11132" y="154453"/>
                  </a:cubicBezTo>
                  <a:cubicBezTo>
                    <a:pt x="12041" y="155003"/>
                    <a:pt x="13000" y="155544"/>
                    <a:pt x="14010" y="156075"/>
                  </a:cubicBezTo>
                  <a:cubicBezTo>
                    <a:pt x="15021" y="156605"/>
                    <a:pt x="16080" y="157125"/>
                    <a:pt x="17188" y="157634"/>
                  </a:cubicBezTo>
                  <a:cubicBezTo>
                    <a:pt x="18297" y="158142"/>
                    <a:pt x="19452" y="158639"/>
                    <a:pt x="20654" y="159123"/>
                  </a:cubicBezTo>
                  <a:cubicBezTo>
                    <a:pt x="21855" y="159607"/>
                    <a:pt x="23102" y="160078"/>
                    <a:pt x="24393" y="160536"/>
                  </a:cubicBezTo>
                  <a:cubicBezTo>
                    <a:pt x="25683" y="160994"/>
                    <a:pt x="27017" y="161439"/>
                    <a:pt x="28391" y="161869"/>
                  </a:cubicBezTo>
                  <a:cubicBezTo>
                    <a:pt x="29765" y="162299"/>
                    <a:pt x="31179" y="162715"/>
                    <a:pt x="32632" y="163115"/>
                  </a:cubicBezTo>
                  <a:cubicBezTo>
                    <a:pt x="34084" y="163516"/>
                    <a:pt x="35574" y="163901"/>
                    <a:pt x="37099" y="164271"/>
                  </a:cubicBezTo>
                  <a:cubicBezTo>
                    <a:pt x="38624" y="164640"/>
                    <a:pt x="40184" y="164993"/>
                    <a:pt x="41776" y="165330"/>
                  </a:cubicBezTo>
                  <a:cubicBezTo>
                    <a:pt x="43367" y="165667"/>
                    <a:pt x="44990" y="165986"/>
                    <a:pt x="46642" y="166289"/>
                  </a:cubicBezTo>
                  <a:cubicBezTo>
                    <a:pt x="48294" y="166592"/>
                    <a:pt x="49974" y="166877"/>
                    <a:pt x="51680" y="167145"/>
                  </a:cubicBezTo>
                  <a:cubicBezTo>
                    <a:pt x="53386" y="167412"/>
                    <a:pt x="55116" y="167662"/>
                    <a:pt x="56869" y="167893"/>
                  </a:cubicBezTo>
                  <a:cubicBezTo>
                    <a:pt x="58622" y="168125"/>
                    <a:pt x="60396" y="168338"/>
                    <a:pt x="62188" y="168532"/>
                  </a:cubicBezTo>
                  <a:cubicBezTo>
                    <a:pt x="63981" y="168726"/>
                    <a:pt x="65792" y="168901"/>
                    <a:pt x="67618" y="169057"/>
                  </a:cubicBezTo>
                  <a:cubicBezTo>
                    <a:pt x="69444" y="169214"/>
                    <a:pt x="71284" y="169351"/>
                    <a:pt x="73136" y="169469"/>
                  </a:cubicBezTo>
                  <a:cubicBezTo>
                    <a:pt x="74987" y="169586"/>
                    <a:pt x="76850" y="169685"/>
                    <a:pt x="78720" y="169763"/>
                  </a:cubicBezTo>
                  <a:cubicBezTo>
                    <a:pt x="80590" y="169842"/>
                    <a:pt x="82467" y="169901"/>
                    <a:pt x="84349" y="169941"/>
                  </a:cubicBezTo>
                  <a:cubicBezTo>
                    <a:pt x="86230" y="169980"/>
                    <a:pt x="88115" y="170000"/>
                    <a:pt x="90000" y="170000"/>
                  </a:cubicBezTo>
                  <a:cubicBezTo>
                    <a:pt x="91885" y="170000"/>
                    <a:pt x="93770" y="169980"/>
                    <a:pt x="95651" y="169941"/>
                  </a:cubicBezTo>
                  <a:cubicBezTo>
                    <a:pt x="97533" y="169901"/>
                    <a:pt x="99410" y="169842"/>
                    <a:pt x="101280" y="169763"/>
                  </a:cubicBezTo>
                  <a:cubicBezTo>
                    <a:pt x="103150" y="169685"/>
                    <a:pt x="105013" y="169586"/>
                    <a:pt x="106864" y="169469"/>
                  </a:cubicBezTo>
                  <a:cubicBezTo>
                    <a:pt x="108716" y="169351"/>
                    <a:pt x="110556" y="169214"/>
                    <a:pt x="112382" y="169057"/>
                  </a:cubicBezTo>
                  <a:cubicBezTo>
                    <a:pt x="114208" y="168901"/>
                    <a:pt x="116019" y="168726"/>
                    <a:pt x="117812" y="168532"/>
                  </a:cubicBezTo>
                  <a:cubicBezTo>
                    <a:pt x="119604" y="168338"/>
                    <a:pt x="121378" y="168125"/>
                    <a:pt x="123131" y="167893"/>
                  </a:cubicBezTo>
                  <a:cubicBezTo>
                    <a:pt x="124884" y="167662"/>
                    <a:pt x="126614" y="167412"/>
                    <a:pt x="128320" y="167145"/>
                  </a:cubicBezTo>
                  <a:cubicBezTo>
                    <a:pt x="130026" y="166877"/>
                    <a:pt x="131706" y="166592"/>
                    <a:pt x="133358" y="166289"/>
                  </a:cubicBezTo>
                  <a:cubicBezTo>
                    <a:pt x="135010" y="165986"/>
                    <a:pt x="136633" y="165667"/>
                    <a:pt x="138224" y="165330"/>
                  </a:cubicBezTo>
                  <a:cubicBezTo>
                    <a:pt x="139816" y="164993"/>
                    <a:pt x="141376" y="164640"/>
                    <a:pt x="142901" y="164271"/>
                  </a:cubicBezTo>
                  <a:cubicBezTo>
                    <a:pt x="144426" y="163901"/>
                    <a:pt x="145916" y="163516"/>
                    <a:pt x="147368" y="163115"/>
                  </a:cubicBezTo>
                  <a:cubicBezTo>
                    <a:pt x="148821" y="162715"/>
                    <a:pt x="150235" y="162299"/>
                    <a:pt x="151609" y="161869"/>
                  </a:cubicBezTo>
                  <a:cubicBezTo>
                    <a:pt x="152983" y="161439"/>
                    <a:pt x="154317" y="160994"/>
                    <a:pt x="155607" y="160536"/>
                  </a:cubicBezTo>
                  <a:cubicBezTo>
                    <a:pt x="156898" y="160078"/>
                    <a:pt x="158145" y="159607"/>
                    <a:pt x="159346" y="159123"/>
                  </a:cubicBezTo>
                  <a:cubicBezTo>
                    <a:pt x="160548" y="158639"/>
                    <a:pt x="161703" y="158142"/>
                    <a:pt x="162812" y="157634"/>
                  </a:cubicBezTo>
                  <a:cubicBezTo>
                    <a:pt x="163920" y="157125"/>
                    <a:pt x="164979" y="156605"/>
                    <a:pt x="165990" y="156075"/>
                  </a:cubicBezTo>
                  <a:cubicBezTo>
                    <a:pt x="167000" y="155544"/>
                    <a:pt x="167959" y="155003"/>
                    <a:pt x="168868" y="154453"/>
                  </a:cubicBezTo>
                  <a:cubicBezTo>
                    <a:pt x="169776" y="153902"/>
                    <a:pt x="170632" y="153342"/>
                    <a:pt x="171434" y="152773"/>
                  </a:cubicBezTo>
                  <a:cubicBezTo>
                    <a:pt x="172237" y="152205"/>
                    <a:pt x="172986" y="151628"/>
                    <a:pt x="173680" y="151044"/>
                  </a:cubicBezTo>
                  <a:cubicBezTo>
                    <a:pt x="174374" y="150459"/>
                    <a:pt x="175013" y="149868"/>
                    <a:pt x="175595" y="149271"/>
                  </a:cubicBezTo>
                  <a:cubicBezTo>
                    <a:pt x="176178" y="148673"/>
                    <a:pt x="176704" y="148069"/>
                    <a:pt x="177172" y="147461"/>
                  </a:cubicBezTo>
                  <a:cubicBezTo>
                    <a:pt x="177641" y="146852"/>
                    <a:pt x="178053" y="146239"/>
                    <a:pt x="178406" y="145621"/>
                  </a:cubicBezTo>
                  <a:cubicBezTo>
                    <a:pt x="178759" y="145004"/>
                    <a:pt x="179054" y="144383"/>
                    <a:pt x="179290" y="143760"/>
                  </a:cubicBezTo>
                  <a:cubicBezTo>
                    <a:pt x="179527" y="143137"/>
                    <a:pt x="179704" y="142511"/>
                    <a:pt x="179822" y="141884"/>
                  </a:cubicBezTo>
                  <a:cubicBezTo>
                    <a:pt x="179941" y="141257"/>
                    <a:pt x="180000" y="140628"/>
                    <a:pt x="180000" y="140000"/>
                  </a:cubicBezTo>
                  <a:lnTo>
                    <a:pt x="180000" y="0"/>
                  </a:lnTo>
                </a:path>
              </a:pathLst>
            </a:custGeom>
            <a:noFill/>
            <a:ln w="60325" cap="rnd">
              <a:solidFill>
                <a:srgbClr val="38314C"/>
              </a:solidFill>
              <a:prstDash val="solid"/>
              <a:round/>
            </a:ln>
          </p:spPr>
        </p:sp>
        <p:sp>
          <p:nvSpPr>
            <p:cNvPr id="25" name="asset-12-lucide-database-part-3"/>
            <p:cNvSpPr/>
            <p:nvPr/>
          </p:nvSpPr>
          <p:spPr>
            <a:xfrm>
              <a:off x="30000" y="120000"/>
              <a:ext cx="180000" cy="30000"/>
            </a:xfrm>
            <a:custGeom>
              <a:avLst/>
              <a:gdLst/>
              <a:ahLst/>
              <a:cxnLst/>
              <a:rect l="0" t="0" r="r" b="b"/>
              <a:pathLst>
                <a:path w="180000" h="30000">
                  <a:moveTo>
                    <a:pt x="0" y="0"/>
                  </a:moveTo>
                  <a:cubicBezTo>
                    <a:pt x="0" y="628"/>
                    <a:pt x="59" y="1257"/>
                    <a:pt x="178" y="1884"/>
                  </a:cubicBezTo>
                  <a:cubicBezTo>
                    <a:pt x="296" y="2511"/>
                    <a:pt x="473" y="3137"/>
                    <a:pt x="710" y="3760"/>
                  </a:cubicBezTo>
                  <a:cubicBezTo>
                    <a:pt x="946" y="4383"/>
                    <a:pt x="1241" y="5004"/>
                    <a:pt x="1594" y="5621"/>
                  </a:cubicBezTo>
                  <a:cubicBezTo>
                    <a:pt x="1947" y="6239"/>
                    <a:pt x="2359" y="6852"/>
                    <a:pt x="2828" y="7461"/>
                  </a:cubicBezTo>
                  <a:cubicBezTo>
                    <a:pt x="3296" y="8069"/>
                    <a:pt x="3822" y="8673"/>
                    <a:pt x="4405" y="9271"/>
                  </a:cubicBezTo>
                  <a:cubicBezTo>
                    <a:pt x="4987" y="9868"/>
                    <a:pt x="5626" y="10459"/>
                    <a:pt x="6320" y="11044"/>
                  </a:cubicBezTo>
                  <a:cubicBezTo>
                    <a:pt x="7014" y="11628"/>
                    <a:pt x="7763" y="12205"/>
                    <a:pt x="8566" y="12773"/>
                  </a:cubicBezTo>
                  <a:cubicBezTo>
                    <a:pt x="9368" y="13342"/>
                    <a:pt x="10224" y="13902"/>
                    <a:pt x="11132" y="14453"/>
                  </a:cubicBezTo>
                  <a:cubicBezTo>
                    <a:pt x="12041" y="15003"/>
                    <a:pt x="13000" y="15544"/>
                    <a:pt x="14010" y="16075"/>
                  </a:cubicBezTo>
                  <a:cubicBezTo>
                    <a:pt x="15021" y="16605"/>
                    <a:pt x="16080" y="17125"/>
                    <a:pt x="17188" y="17634"/>
                  </a:cubicBezTo>
                  <a:cubicBezTo>
                    <a:pt x="18297" y="18142"/>
                    <a:pt x="19452" y="18639"/>
                    <a:pt x="20654" y="19123"/>
                  </a:cubicBezTo>
                  <a:cubicBezTo>
                    <a:pt x="21855" y="19607"/>
                    <a:pt x="23102" y="20078"/>
                    <a:pt x="24393" y="20536"/>
                  </a:cubicBezTo>
                  <a:cubicBezTo>
                    <a:pt x="25683" y="20994"/>
                    <a:pt x="27017" y="21439"/>
                    <a:pt x="28391" y="21869"/>
                  </a:cubicBezTo>
                  <a:cubicBezTo>
                    <a:pt x="29765" y="22299"/>
                    <a:pt x="31179" y="22715"/>
                    <a:pt x="32632" y="23115"/>
                  </a:cubicBezTo>
                  <a:cubicBezTo>
                    <a:pt x="34084" y="23516"/>
                    <a:pt x="35574" y="23901"/>
                    <a:pt x="37099" y="24271"/>
                  </a:cubicBezTo>
                  <a:cubicBezTo>
                    <a:pt x="38624" y="24640"/>
                    <a:pt x="40184" y="24993"/>
                    <a:pt x="41776" y="25330"/>
                  </a:cubicBezTo>
                  <a:cubicBezTo>
                    <a:pt x="43367" y="25667"/>
                    <a:pt x="44990" y="25986"/>
                    <a:pt x="46642" y="26289"/>
                  </a:cubicBezTo>
                  <a:cubicBezTo>
                    <a:pt x="48294" y="26592"/>
                    <a:pt x="49974" y="26877"/>
                    <a:pt x="51680" y="27145"/>
                  </a:cubicBezTo>
                  <a:cubicBezTo>
                    <a:pt x="53386" y="27412"/>
                    <a:pt x="55116" y="27662"/>
                    <a:pt x="56869" y="27893"/>
                  </a:cubicBezTo>
                  <a:cubicBezTo>
                    <a:pt x="58622" y="28125"/>
                    <a:pt x="60396" y="28338"/>
                    <a:pt x="62188" y="28532"/>
                  </a:cubicBezTo>
                  <a:cubicBezTo>
                    <a:pt x="63981" y="28726"/>
                    <a:pt x="65792" y="28901"/>
                    <a:pt x="67618" y="29057"/>
                  </a:cubicBezTo>
                  <a:cubicBezTo>
                    <a:pt x="69444" y="29214"/>
                    <a:pt x="71284" y="29351"/>
                    <a:pt x="73136" y="29469"/>
                  </a:cubicBezTo>
                  <a:cubicBezTo>
                    <a:pt x="74987" y="29586"/>
                    <a:pt x="76850" y="29685"/>
                    <a:pt x="78720" y="29763"/>
                  </a:cubicBezTo>
                  <a:cubicBezTo>
                    <a:pt x="80590" y="29842"/>
                    <a:pt x="82467" y="29901"/>
                    <a:pt x="84349" y="29941"/>
                  </a:cubicBezTo>
                  <a:cubicBezTo>
                    <a:pt x="86230" y="29980"/>
                    <a:pt x="88115" y="30000"/>
                    <a:pt x="90000" y="30000"/>
                  </a:cubicBezTo>
                  <a:cubicBezTo>
                    <a:pt x="91885" y="30000"/>
                    <a:pt x="93770" y="29980"/>
                    <a:pt x="95651" y="29941"/>
                  </a:cubicBezTo>
                  <a:cubicBezTo>
                    <a:pt x="97533" y="29901"/>
                    <a:pt x="99410" y="29842"/>
                    <a:pt x="101280" y="29763"/>
                  </a:cubicBezTo>
                  <a:cubicBezTo>
                    <a:pt x="103150" y="29685"/>
                    <a:pt x="105013" y="29586"/>
                    <a:pt x="106864" y="29469"/>
                  </a:cubicBezTo>
                  <a:cubicBezTo>
                    <a:pt x="108716" y="29351"/>
                    <a:pt x="110556" y="29214"/>
                    <a:pt x="112382" y="29057"/>
                  </a:cubicBezTo>
                  <a:cubicBezTo>
                    <a:pt x="114208" y="28901"/>
                    <a:pt x="116019" y="28726"/>
                    <a:pt x="117812" y="28532"/>
                  </a:cubicBezTo>
                  <a:cubicBezTo>
                    <a:pt x="119604" y="28338"/>
                    <a:pt x="121378" y="28125"/>
                    <a:pt x="123131" y="27893"/>
                  </a:cubicBezTo>
                  <a:cubicBezTo>
                    <a:pt x="124884" y="27662"/>
                    <a:pt x="126614" y="27412"/>
                    <a:pt x="128320" y="27145"/>
                  </a:cubicBezTo>
                  <a:cubicBezTo>
                    <a:pt x="130026" y="26877"/>
                    <a:pt x="131706" y="26592"/>
                    <a:pt x="133358" y="26289"/>
                  </a:cubicBezTo>
                  <a:cubicBezTo>
                    <a:pt x="135010" y="25986"/>
                    <a:pt x="136633" y="25667"/>
                    <a:pt x="138224" y="25330"/>
                  </a:cubicBezTo>
                  <a:cubicBezTo>
                    <a:pt x="139816" y="24993"/>
                    <a:pt x="141376" y="24640"/>
                    <a:pt x="142901" y="24271"/>
                  </a:cubicBezTo>
                  <a:cubicBezTo>
                    <a:pt x="144426" y="23901"/>
                    <a:pt x="145916" y="23516"/>
                    <a:pt x="147368" y="23115"/>
                  </a:cubicBezTo>
                  <a:cubicBezTo>
                    <a:pt x="148821" y="22715"/>
                    <a:pt x="150235" y="22299"/>
                    <a:pt x="151609" y="21869"/>
                  </a:cubicBezTo>
                  <a:cubicBezTo>
                    <a:pt x="152983" y="21439"/>
                    <a:pt x="154317" y="20994"/>
                    <a:pt x="155607" y="20536"/>
                  </a:cubicBezTo>
                  <a:cubicBezTo>
                    <a:pt x="156898" y="20078"/>
                    <a:pt x="158145" y="19607"/>
                    <a:pt x="159346" y="19123"/>
                  </a:cubicBezTo>
                  <a:cubicBezTo>
                    <a:pt x="160548" y="18639"/>
                    <a:pt x="161703" y="18142"/>
                    <a:pt x="162812" y="17634"/>
                  </a:cubicBezTo>
                  <a:cubicBezTo>
                    <a:pt x="163920" y="17125"/>
                    <a:pt x="164979" y="16605"/>
                    <a:pt x="165990" y="16075"/>
                  </a:cubicBezTo>
                  <a:cubicBezTo>
                    <a:pt x="167000" y="15544"/>
                    <a:pt x="167959" y="15003"/>
                    <a:pt x="168868" y="14453"/>
                  </a:cubicBezTo>
                  <a:cubicBezTo>
                    <a:pt x="169776" y="13902"/>
                    <a:pt x="170632" y="13342"/>
                    <a:pt x="171434" y="12773"/>
                  </a:cubicBezTo>
                  <a:cubicBezTo>
                    <a:pt x="172237" y="12205"/>
                    <a:pt x="172986" y="11628"/>
                    <a:pt x="173680" y="11044"/>
                  </a:cubicBezTo>
                  <a:cubicBezTo>
                    <a:pt x="174374" y="10459"/>
                    <a:pt x="175013" y="9868"/>
                    <a:pt x="175595" y="9271"/>
                  </a:cubicBezTo>
                  <a:cubicBezTo>
                    <a:pt x="176178" y="8673"/>
                    <a:pt x="176704" y="8069"/>
                    <a:pt x="177172" y="7461"/>
                  </a:cubicBezTo>
                  <a:cubicBezTo>
                    <a:pt x="177641" y="6852"/>
                    <a:pt x="178053" y="6239"/>
                    <a:pt x="178406" y="5621"/>
                  </a:cubicBezTo>
                  <a:cubicBezTo>
                    <a:pt x="178759" y="5004"/>
                    <a:pt x="179054" y="4383"/>
                    <a:pt x="179290" y="3760"/>
                  </a:cubicBezTo>
                  <a:cubicBezTo>
                    <a:pt x="179527" y="3137"/>
                    <a:pt x="179704" y="2511"/>
                    <a:pt x="179822" y="1884"/>
                  </a:cubicBezTo>
                  <a:cubicBezTo>
                    <a:pt x="179941" y="1257"/>
                    <a:pt x="180000" y="628"/>
                    <a:pt x="180000" y="0"/>
                  </a:cubicBezTo>
                </a:path>
              </a:pathLst>
            </a:custGeom>
            <a:noFill/>
            <a:ln w="60325" cap="rnd">
              <a:solidFill>
                <a:srgbClr val="38314C"/>
              </a:solidFill>
              <a:prstDash val="solid"/>
              <a:round/>
            </a:ln>
          </p:spPr>
        </p:sp>
      </p:grpSp>
      <p:sp>
        <p:nvSpPr>
          <p:cNvPr id="10" name="TextBox 9"/>
          <p:cNvSpPr txBox="1"/>
          <p:nvPr/>
        </p:nvSpPr>
        <p:spPr>
          <a:xfrm>
            <a:off x="1562100" y="2619375"/>
            <a:ext cx="56007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50" b="1">
                <a:solidFill>
                  <a:srgbClr val="38314C"/>
                </a:solidFill>
                <a:latin typeface="Noto Sans CJK SC"/>
              </a:defRPr>
            </a:pPr>
            <a:r>
              <a:t>记录完整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3028950"/>
            <a:ext cx="56007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38314C"/>
                </a:solidFill>
                <a:latin typeface="Noto Sans CJK SC"/>
              </a:defRPr>
            </a:pPr>
            <a:r>
              <a:t>样品、批次与文件能够关联</a:t>
            </a:r>
          </a:p>
        </p:txBody>
      </p:sp>
      <p:grpSp>
        <p:nvGrpSpPr>
          <p:cNvPr id="26" name="asset-13-lucide-scan-search" descr="scan-search — Lucide Icons and Contributors; preserve the bundled full upstream license. Source: https://github.com/lucide-icons/lucide/blob/20aef31db93fe4d9f398dbb15b120d99c48eef95/icons/scan-search.svg; SVG SHA256: a2919e740bb122bb737542119c1d3c1042bcd62c79d702804553cc95ac768e1e; native DrawingML derivative; recolored 38314C"/>
          <p:cNvGrpSpPr/>
          <p:nvPr/>
        </p:nvGrpSpPr>
        <p:grpSpPr>
          <a:xfrm>
            <a:off x="571500" y="3657600"/>
            <a:ext cx="723900" cy="723900"/>
            <a:chOff x="0" y="0"/>
            <a:chExt cx="240000" cy="240000"/>
          </a:xfrm>
        </p:grpSpPr>
        <p:sp>
          <p:nvSpPr>
            <p:cNvPr id="27" name="asset-13-lucide-scan-search-part-1"/>
            <p:cNvSpPr/>
            <p:nvPr/>
          </p:nvSpPr>
          <p:spPr>
            <a:xfrm>
              <a:off x="3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40000"/>
                  </a:moveTo>
                  <a:lnTo>
                    <a:pt x="0" y="20000"/>
                  </a:lnTo>
                  <a:cubicBezTo>
                    <a:pt x="0" y="19581"/>
                    <a:pt x="13" y="19162"/>
                    <a:pt x="39" y="18744"/>
                  </a:cubicBezTo>
                  <a:cubicBezTo>
                    <a:pt x="66" y="18326"/>
                    <a:pt x="105" y="17909"/>
                    <a:pt x="158" y="17493"/>
                  </a:cubicBezTo>
                  <a:cubicBezTo>
                    <a:pt x="210" y="17078"/>
                    <a:pt x="276" y="16664"/>
                    <a:pt x="354" y="16252"/>
                  </a:cubicBezTo>
                  <a:cubicBezTo>
                    <a:pt x="433" y="15841"/>
                    <a:pt x="524" y="15432"/>
                    <a:pt x="628" y="15026"/>
                  </a:cubicBezTo>
                  <a:cubicBezTo>
                    <a:pt x="733" y="14620"/>
                    <a:pt x="849" y="14218"/>
                    <a:pt x="979" y="13820"/>
                  </a:cubicBezTo>
                  <a:cubicBezTo>
                    <a:pt x="1108" y="13421"/>
                    <a:pt x="1250" y="13027"/>
                    <a:pt x="1404" y="12638"/>
                  </a:cubicBezTo>
                  <a:cubicBezTo>
                    <a:pt x="1559" y="12248"/>
                    <a:pt x="1725" y="11863"/>
                    <a:pt x="1903" y="11484"/>
                  </a:cubicBezTo>
                  <a:cubicBezTo>
                    <a:pt x="2082" y="11105"/>
                    <a:pt x="2272" y="10732"/>
                    <a:pt x="2474" y="10365"/>
                  </a:cubicBezTo>
                  <a:cubicBezTo>
                    <a:pt x="2676" y="9998"/>
                    <a:pt x="2889" y="9637"/>
                    <a:pt x="3113" y="9283"/>
                  </a:cubicBezTo>
                  <a:cubicBezTo>
                    <a:pt x="3338" y="8930"/>
                    <a:pt x="3573" y="8583"/>
                    <a:pt x="3820" y="8244"/>
                  </a:cubicBezTo>
                  <a:cubicBezTo>
                    <a:pt x="4066" y="7905"/>
                    <a:pt x="4323" y="7574"/>
                    <a:pt x="4590" y="7252"/>
                  </a:cubicBezTo>
                  <a:cubicBezTo>
                    <a:pt x="4857" y="6929"/>
                    <a:pt x="5134" y="6614"/>
                    <a:pt x="5421" y="6309"/>
                  </a:cubicBezTo>
                  <a:cubicBezTo>
                    <a:pt x="5707" y="6004"/>
                    <a:pt x="6004" y="5707"/>
                    <a:pt x="6309" y="5421"/>
                  </a:cubicBezTo>
                  <a:cubicBezTo>
                    <a:pt x="6614" y="5134"/>
                    <a:pt x="6929" y="4857"/>
                    <a:pt x="7252" y="4590"/>
                  </a:cubicBezTo>
                  <a:cubicBezTo>
                    <a:pt x="7574" y="4323"/>
                    <a:pt x="7905" y="4066"/>
                    <a:pt x="8244" y="3820"/>
                  </a:cubicBezTo>
                  <a:cubicBezTo>
                    <a:pt x="8583" y="3573"/>
                    <a:pt x="8930" y="3338"/>
                    <a:pt x="9283" y="3113"/>
                  </a:cubicBezTo>
                  <a:cubicBezTo>
                    <a:pt x="9637" y="2889"/>
                    <a:pt x="9998" y="2676"/>
                    <a:pt x="10365" y="2474"/>
                  </a:cubicBezTo>
                  <a:cubicBezTo>
                    <a:pt x="10732" y="2272"/>
                    <a:pt x="11105" y="2082"/>
                    <a:pt x="11484" y="1903"/>
                  </a:cubicBezTo>
                  <a:cubicBezTo>
                    <a:pt x="11863" y="1725"/>
                    <a:pt x="12248" y="1559"/>
                    <a:pt x="12638" y="1404"/>
                  </a:cubicBezTo>
                  <a:cubicBezTo>
                    <a:pt x="13027" y="1250"/>
                    <a:pt x="13421" y="1108"/>
                    <a:pt x="13820" y="979"/>
                  </a:cubicBezTo>
                  <a:cubicBezTo>
                    <a:pt x="14218" y="849"/>
                    <a:pt x="14620" y="733"/>
                    <a:pt x="15026" y="628"/>
                  </a:cubicBezTo>
                  <a:cubicBezTo>
                    <a:pt x="15432" y="524"/>
                    <a:pt x="15841" y="433"/>
                    <a:pt x="16252" y="354"/>
                  </a:cubicBezTo>
                  <a:cubicBezTo>
                    <a:pt x="16664" y="276"/>
                    <a:pt x="17078" y="210"/>
                    <a:pt x="17493" y="158"/>
                  </a:cubicBezTo>
                  <a:cubicBezTo>
                    <a:pt x="17909" y="105"/>
                    <a:pt x="18326" y="66"/>
                    <a:pt x="18744" y="39"/>
                  </a:cubicBezTo>
                  <a:cubicBezTo>
                    <a:pt x="19162" y="13"/>
                    <a:pt x="19581" y="0"/>
                    <a:pt x="20000" y="0"/>
                  </a:cubicBezTo>
                  <a:lnTo>
                    <a:pt x="40000" y="0"/>
                  </a:lnTo>
                </a:path>
              </a:pathLst>
            </a:custGeom>
            <a:noFill/>
            <a:ln w="60325" cap="rnd">
              <a:solidFill>
                <a:srgbClr val="38314C"/>
              </a:solidFill>
              <a:prstDash val="solid"/>
              <a:round/>
            </a:ln>
          </p:spPr>
        </p:sp>
        <p:sp>
          <p:nvSpPr>
            <p:cNvPr id="28" name="asset-13-lucide-scan-search-part-2"/>
            <p:cNvSpPr/>
            <p:nvPr/>
          </p:nvSpPr>
          <p:spPr>
            <a:xfrm>
              <a:off x="170000" y="3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0" y="0"/>
                  </a:moveTo>
                  <a:lnTo>
                    <a:pt x="20000" y="0"/>
                  </a:lnTo>
                  <a:cubicBezTo>
                    <a:pt x="20419" y="0"/>
                    <a:pt x="20838" y="13"/>
                    <a:pt x="21256" y="39"/>
                  </a:cubicBezTo>
                  <a:cubicBezTo>
                    <a:pt x="21674" y="66"/>
                    <a:pt x="22091" y="105"/>
                    <a:pt x="22507" y="158"/>
                  </a:cubicBezTo>
                  <a:cubicBezTo>
                    <a:pt x="22922" y="210"/>
                    <a:pt x="23336" y="276"/>
                    <a:pt x="23748" y="354"/>
                  </a:cubicBezTo>
                  <a:cubicBezTo>
                    <a:pt x="24159" y="433"/>
                    <a:pt x="24568" y="524"/>
                    <a:pt x="24974" y="628"/>
                  </a:cubicBezTo>
                  <a:cubicBezTo>
                    <a:pt x="25380" y="733"/>
                    <a:pt x="25782" y="849"/>
                    <a:pt x="26180" y="979"/>
                  </a:cubicBezTo>
                  <a:cubicBezTo>
                    <a:pt x="26579" y="1108"/>
                    <a:pt x="26973" y="1250"/>
                    <a:pt x="27362" y="1404"/>
                  </a:cubicBezTo>
                  <a:cubicBezTo>
                    <a:pt x="27752" y="1559"/>
                    <a:pt x="28137" y="1725"/>
                    <a:pt x="28516" y="1903"/>
                  </a:cubicBezTo>
                  <a:cubicBezTo>
                    <a:pt x="28895" y="2082"/>
                    <a:pt x="29268" y="2272"/>
                    <a:pt x="29635" y="2474"/>
                  </a:cubicBezTo>
                  <a:cubicBezTo>
                    <a:pt x="30002" y="2676"/>
                    <a:pt x="30363" y="2889"/>
                    <a:pt x="30717" y="3113"/>
                  </a:cubicBezTo>
                  <a:cubicBezTo>
                    <a:pt x="31070" y="3338"/>
                    <a:pt x="31417" y="3573"/>
                    <a:pt x="31756" y="3820"/>
                  </a:cubicBezTo>
                  <a:cubicBezTo>
                    <a:pt x="32095" y="4066"/>
                    <a:pt x="32426" y="4323"/>
                    <a:pt x="32748" y="4590"/>
                  </a:cubicBezTo>
                  <a:cubicBezTo>
                    <a:pt x="33071" y="4857"/>
                    <a:pt x="33386" y="5134"/>
                    <a:pt x="33691" y="5421"/>
                  </a:cubicBezTo>
                  <a:cubicBezTo>
                    <a:pt x="33996" y="5707"/>
                    <a:pt x="34293" y="6004"/>
                    <a:pt x="34579" y="6309"/>
                  </a:cubicBezTo>
                  <a:cubicBezTo>
                    <a:pt x="34866" y="6614"/>
                    <a:pt x="35143" y="6929"/>
                    <a:pt x="35410" y="7252"/>
                  </a:cubicBezTo>
                  <a:cubicBezTo>
                    <a:pt x="35677" y="7574"/>
                    <a:pt x="35934" y="7905"/>
                    <a:pt x="36180" y="8244"/>
                  </a:cubicBezTo>
                  <a:cubicBezTo>
                    <a:pt x="36427" y="8583"/>
                    <a:pt x="36662" y="8930"/>
                    <a:pt x="36887" y="9283"/>
                  </a:cubicBezTo>
                  <a:cubicBezTo>
                    <a:pt x="37111" y="9637"/>
                    <a:pt x="37324" y="9998"/>
                    <a:pt x="37526" y="10365"/>
                  </a:cubicBezTo>
                  <a:cubicBezTo>
                    <a:pt x="37728" y="10732"/>
                    <a:pt x="37918" y="11105"/>
                    <a:pt x="38097" y="11484"/>
                  </a:cubicBezTo>
                  <a:cubicBezTo>
                    <a:pt x="38275" y="11863"/>
                    <a:pt x="38441" y="12248"/>
                    <a:pt x="38596" y="12638"/>
                  </a:cubicBezTo>
                  <a:cubicBezTo>
                    <a:pt x="38750" y="13027"/>
                    <a:pt x="38892" y="13421"/>
                    <a:pt x="39021" y="13820"/>
                  </a:cubicBezTo>
                  <a:cubicBezTo>
                    <a:pt x="39151" y="14218"/>
                    <a:pt x="39267" y="14620"/>
                    <a:pt x="39372" y="15026"/>
                  </a:cubicBezTo>
                  <a:cubicBezTo>
                    <a:pt x="39476" y="15432"/>
                    <a:pt x="39567" y="15841"/>
                    <a:pt x="39646" y="16252"/>
                  </a:cubicBezTo>
                  <a:cubicBezTo>
                    <a:pt x="39724" y="16664"/>
                    <a:pt x="39790" y="17078"/>
                    <a:pt x="39842" y="17493"/>
                  </a:cubicBezTo>
                  <a:cubicBezTo>
                    <a:pt x="39895" y="17909"/>
                    <a:pt x="39934" y="18326"/>
                    <a:pt x="39961" y="18744"/>
                  </a:cubicBezTo>
                  <a:cubicBezTo>
                    <a:pt x="39987" y="19162"/>
                    <a:pt x="40000" y="19581"/>
                    <a:pt x="40000" y="20000"/>
                  </a:cubicBezTo>
                  <a:lnTo>
                    <a:pt x="40000" y="40000"/>
                  </a:lnTo>
                </a:path>
              </a:pathLst>
            </a:custGeom>
            <a:noFill/>
            <a:ln w="60325" cap="rnd">
              <a:solidFill>
                <a:srgbClr val="38314C"/>
              </a:solidFill>
              <a:prstDash val="solid"/>
              <a:round/>
            </a:ln>
          </p:spPr>
        </p:sp>
        <p:sp>
          <p:nvSpPr>
            <p:cNvPr id="29" name="asset-13-lucide-scan-search-part-3"/>
            <p:cNvSpPr/>
            <p:nvPr/>
          </p:nvSpPr>
          <p:spPr>
            <a:xfrm>
              <a:off x="17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0"/>
                  </a:moveTo>
                  <a:lnTo>
                    <a:pt x="40000" y="20000"/>
                  </a:lnTo>
                  <a:cubicBezTo>
                    <a:pt x="40000" y="20419"/>
                    <a:pt x="39987" y="20838"/>
                    <a:pt x="39961" y="21256"/>
                  </a:cubicBezTo>
                  <a:cubicBezTo>
                    <a:pt x="39934" y="21674"/>
                    <a:pt x="39895" y="22091"/>
                    <a:pt x="39842" y="22507"/>
                  </a:cubicBezTo>
                  <a:cubicBezTo>
                    <a:pt x="39790" y="22922"/>
                    <a:pt x="39724" y="23336"/>
                    <a:pt x="39646" y="23748"/>
                  </a:cubicBezTo>
                  <a:cubicBezTo>
                    <a:pt x="39567" y="24159"/>
                    <a:pt x="39476" y="24568"/>
                    <a:pt x="39372" y="24974"/>
                  </a:cubicBezTo>
                  <a:cubicBezTo>
                    <a:pt x="39267" y="25380"/>
                    <a:pt x="39151" y="25782"/>
                    <a:pt x="39021" y="26180"/>
                  </a:cubicBezTo>
                  <a:cubicBezTo>
                    <a:pt x="38892" y="26579"/>
                    <a:pt x="38750" y="26973"/>
                    <a:pt x="38596" y="27362"/>
                  </a:cubicBezTo>
                  <a:cubicBezTo>
                    <a:pt x="38441" y="27752"/>
                    <a:pt x="38275" y="28137"/>
                    <a:pt x="38097" y="28516"/>
                  </a:cubicBezTo>
                  <a:cubicBezTo>
                    <a:pt x="37918" y="28895"/>
                    <a:pt x="37728" y="29268"/>
                    <a:pt x="37526" y="29635"/>
                  </a:cubicBezTo>
                  <a:cubicBezTo>
                    <a:pt x="37324" y="30002"/>
                    <a:pt x="37111" y="30363"/>
                    <a:pt x="36887" y="30717"/>
                  </a:cubicBezTo>
                  <a:cubicBezTo>
                    <a:pt x="36662" y="31070"/>
                    <a:pt x="36427" y="31417"/>
                    <a:pt x="36180" y="31756"/>
                  </a:cubicBezTo>
                  <a:cubicBezTo>
                    <a:pt x="35934" y="32095"/>
                    <a:pt x="35677" y="32426"/>
                    <a:pt x="35410" y="32748"/>
                  </a:cubicBezTo>
                  <a:cubicBezTo>
                    <a:pt x="35143" y="33071"/>
                    <a:pt x="34866" y="33386"/>
                    <a:pt x="34579" y="33691"/>
                  </a:cubicBezTo>
                  <a:cubicBezTo>
                    <a:pt x="34293" y="33996"/>
                    <a:pt x="33996" y="34293"/>
                    <a:pt x="33691" y="34579"/>
                  </a:cubicBezTo>
                  <a:cubicBezTo>
                    <a:pt x="33386" y="34866"/>
                    <a:pt x="33071" y="35143"/>
                    <a:pt x="32748" y="35410"/>
                  </a:cubicBezTo>
                  <a:cubicBezTo>
                    <a:pt x="32426" y="35677"/>
                    <a:pt x="32095" y="35934"/>
                    <a:pt x="31756" y="36180"/>
                  </a:cubicBezTo>
                  <a:cubicBezTo>
                    <a:pt x="31417" y="36427"/>
                    <a:pt x="31070" y="36662"/>
                    <a:pt x="30717" y="36887"/>
                  </a:cubicBezTo>
                  <a:cubicBezTo>
                    <a:pt x="30363" y="37111"/>
                    <a:pt x="30002" y="37324"/>
                    <a:pt x="29635" y="37526"/>
                  </a:cubicBezTo>
                  <a:cubicBezTo>
                    <a:pt x="29268" y="37728"/>
                    <a:pt x="28895" y="37918"/>
                    <a:pt x="28516" y="38097"/>
                  </a:cubicBezTo>
                  <a:cubicBezTo>
                    <a:pt x="28137" y="38275"/>
                    <a:pt x="27752" y="38441"/>
                    <a:pt x="27362" y="38596"/>
                  </a:cubicBezTo>
                  <a:cubicBezTo>
                    <a:pt x="26973" y="38750"/>
                    <a:pt x="26579" y="38892"/>
                    <a:pt x="26180" y="39021"/>
                  </a:cubicBezTo>
                  <a:cubicBezTo>
                    <a:pt x="25782" y="39151"/>
                    <a:pt x="25380" y="39267"/>
                    <a:pt x="24974" y="39372"/>
                  </a:cubicBezTo>
                  <a:cubicBezTo>
                    <a:pt x="24568" y="39476"/>
                    <a:pt x="24159" y="39567"/>
                    <a:pt x="23748" y="39646"/>
                  </a:cubicBezTo>
                  <a:cubicBezTo>
                    <a:pt x="23336" y="39724"/>
                    <a:pt x="22922" y="39790"/>
                    <a:pt x="22507" y="39842"/>
                  </a:cubicBezTo>
                  <a:cubicBezTo>
                    <a:pt x="22091" y="39895"/>
                    <a:pt x="21674" y="39934"/>
                    <a:pt x="21256" y="39961"/>
                  </a:cubicBezTo>
                  <a:cubicBezTo>
                    <a:pt x="20838" y="39987"/>
                    <a:pt x="20419" y="40000"/>
                    <a:pt x="20000" y="40000"/>
                  </a:cubicBezTo>
                  <a:lnTo>
                    <a:pt x="0" y="40000"/>
                  </a:lnTo>
                </a:path>
              </a:pathLst>
            </a:custGeom>
            <a:noFill/>
            <a:ln w="60325" cap="rnd">
              <a:solidFill>
                <a:srgbClr val="38314C"/>
              </a:solidFill>
              <a:prstDash val="solid"/>
              <a:round/>
            </a:ln>
          </p:spPr>
        </p:sp>
        <p:sp>
          <p:nvSpPr>
            <p:cNvPr id="30" name="asset-13-lucide-scan-search-part-4"/>
            <p:cNvSpPr/>
            <p:nvPr/>
          </p:nvSpPr>
          <p:spPr>
            <a:xfrm>
              <a:off x="30000" y="170000"/>
              <a:ext cx="40000" cy="40000"/>
            </a:xfrm>
            <a:custGeom>
              <a:avLst/>
              <a:gdLst/>
              <a:ahLst/>
              <a:cxnLst/>
              <a:rect l="0" t="0" r="r" b="b"/>
              <a:pathLst>
                <a:path w="40000" h="40000">
                  <a:moveTo>
                    <a:pt x="40000" y="40000"/>
                  </a:moveTo>
                  <a:lnTo>
                    <a:pt x="20000" y="40000"/>
                  </a:lnTo>
                  <a:cubicBezTo>
                    <a:pt x="19581" y="40000"/>
                    <a:pt x="19162" y="39987"/>
                    <a:pt x="18744" y="39961"/>
                  </a:cubicBezTo>
                  <a:cubicBezTo>
                    <a:pt x="18326" y="39934"/>
                    <a:pt x="17909" y="39895"/>
                    <a:pt x="17493" y="39842"/>
                  </a:cubicBezTo>
                  <a:cubicBezTo>
                    <a:pt x="17078" y="39790"/>
                    <a:pt x="16664" y="39724"/>
                    <a:pt x="16252" y="39646"/>
                  </a:cubicBezTo>
                  <a:cubicBezTo>
                    <a:pt x="15841" y="39567"/>
                    <a:pt x="15432" y="39476"/>
                    <a:pt x="15026" y="39372"/>
                  </a:cubicBezTo>
                  <a:cubicBezTo>
                    <a:pt x="14620" y="39267"/>
                    <a:pt x="14218" y="39151"/>
                    <a:pt x="13820" y="39021"/>
                  </a:cubicBezTo>
                  <a:cubicBezTo>
                    <a:pt x="13421" y="38892"/>
                    <a:pt x="13027" y="38750"/>
                    <a:pt x="12638" y="38596"/>
                  </a:cubicBezTo>
                  <a:cubicBezTo>
                    <a:pt x="12248" y="38441"/>
                    <a:pt x="11863" y="38275"/>
                    <a:pt x="11484" y="38097"/>
                  </a:cubicBezTo>
                  <a:cubicBezTo>
                    <a:pt x="11105" y="37918"/>
                    <a:pt x="10732" y="37728"/>
                    <a:pt x="10365" y="37526"/>
                  </a:cubicBezTo>
                  <a:cubicBezTo>
                    <a:pt x="9998" y="37324"/>
                    <a:pt x="9637" y="37111"/>
                    <a:pt x="9283" y="36887"/>
                  </a:cubicBezTo>
                  <a:cubicBezTo>
                    <a:pt x="8930" y="36662"/>
                    <a:pt x="8583" y="36427"/>
                    <a:pt x="8244" y="36180"/>
                  </a:cubicBezTo>
                  <a:cubicBezTo>
                    <a:pt x="7905" y="35934"/>
                    <a:pt x="7574" y="35677"/>
                    <a:pt x="7252" y="35410"/>
                  </a:cubicBezTo>
                  <a:cubicBezTo>
                    <a:pt x="6929" y="35143"/>
                    <a:pt x="6614" y="34866"/>
                    <a:pt x="6309" y="34579"/>
                  </a:cubicBezTo>
                  <a:cubicBezTo>
                    <a:pt x="6004" y="34293"/>
                    <a:pt x="5707" y="33996"/>
                    <a:pt x="5421" y="33691"/>
                  </a:cubicBezTo>
                  <a:cubicBezTo>
                    <a:pt x="5134" y="33386"/>
                    <a:pt x="4857" y="33071"/>
                    <a:pt x="4590" y="32748"/>
                  </a:cubicBezTo>
                  <a:cubicBezTo>
                    <a:pt x="4323" y="32426"/>
                    <a:pt x="4066" y="32095"/>
                    <a:pt x="3820" y="31756"/>
                  </a:cubicBezTo>
                  <a:cubicBezTo>
                    <a:pt x="3573" y="31417"/>
                    <a:pt x="3338" y="31070"/>
                    <a:pt x="3113" y="30717"/>
                  </a:cubicBezTo>
                  <a:cubicBezTo>
                    <a:pt x="2889" y="30363"/>
                    <a:pt x="2676" y="30002"/>
                    <a:pt x="2474" y="29635"/>
                  </a:cubicBezTo>
                  <a:cubicBezTo>
                    <a:pt x="2272" y="29268"/>
                    <a:pt x="2082" y="28895"/>
                    <a:pt x="1903" y="28516"/>
                  </a:cubicBezTo>
                  <a:cubicBezTo>
                    <a:pt x="1725" y="28137"/>
                    <a:pt x="1559" y="27752"/>
                    <a:pt x="1404" y="27362"/>
                  </a:cubicBezTo>
                  <a:cubicBezTo>
                    <a:pt x="1250" y="26973"/>
                    <a:pt x="1108" y="26579"/>
                    <a:pt x="979" y="26180"/>
                  </a:cubicBezTo>
                  <a:cubicBezTo>
                    <a:pt x="849" y="25782"/>
                    <a:pt x="733" y="25380"/>
                    <a:pt x="628" y="24974"/>
                  </a:cubicBezTo>
                  <a:cubicBezTo>
                    <a:pt x="524" y="24568"/>
                    <a:pt x="433" y="24159"/>
                    <a:pt x="354" y="23748"/>
                  </a:cubicBezTo>
                  <a:cubicBezTo>
                    <a:pt x="276" y="23336"/>
                    <a:pt x="210" y="22922"/>
                    <a:pt x="158" y="22507"/>
                  </a:cubicBezTo>
                  <a:cubicBezTo>
                    <a:pt x="105" y="22091"/>
                    <a:pt x="66" y="21674"/>
                    <a:pt x="39" y="21256"/>
                  </a:cubicBezTo>
                  <a:cubicBezTo>
                    <a:pt x="13" y="20838"/>
                    <a:pt x="0" y="20419"/>
                    <a:pt x="0" y="20000"/>
                  </a:cubicBezTo>
                  <a:lnTo>
                    <a:pt x="0" y="0"/>
                  </a:lnTo>
                </a:path>
              </a:pathLst>
            </a:custGeom>
            <a:noFill/>
            <a:ln w="60325" cap="rnd">
              <a:solidFill>
                <a:srgbClr val="38314C"/>
              </a:solidFill>
              <a:prstDash val="solid"/>
              <a:round/>
            </a:ln>
          </p:spPr>
        </p:sp>
        <p:sp>
          <p:nvSpPr>
            <p:cNvPr id="31" name="asset-13-lucide-scan-search-part-5"/>
            <p:cNvSpPr/>
            <p:nvPr/>
          </p:nvSpPr>
          <p:spPr>
            <a:xfrm>
              <a:off x="90000" y="9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60000" y="30000"/>
                  </a:moveTo>
                  <a:cubicBezTo>
                    <a:pt x="60000" y="30628"/>
                    <a:pt x="59980" y="31257"/>
                    <a:pt x="59941" y="31884"/>
                  </a:cubicBezTo>
                  <a:cubicBezTo>
                    <a:pt x="59901" y="32511"/>
                    <a:pt x="59842" y="33137"/>
                    <a:pt x="59763" y="33760"/>
                  </a:cubicBezTo>
                  <a:cubicBezTo>
                    <a:pt x="59685" y="34383"/>
                    <a:pt x="59586" y="35004"/>
                    <a:pt x="59469" y="35621"/>
                  </a:cubicBezTo>
                  <a:cubicBezTo>
                    <a:pt x="59351" y="36239"/>
                    <a:pt x="59214" y="36852"/>
                    <a:pt x="59057" y="37461"/>
                  </a:cubicBezTo>
                  <a:cubicBezTo>
                    <a:pt x="58901" y="38069"/>
                    <a:pt x="58726" y="38673"/>
                    <a:pt x="58532" y="39271"/>
                  </a:cubicBezTo>
                  <a:cubicBezTo>
                    <a:pt x="58338" y="39868"/>
                    <a:pt x="58125" y="40459"/>
                    <a:pt x="57893" y="41044"/>
                  </a:cubicBezTo>
                  <a:cubicBezTo>
                    <a:pt x="57662" y="41628"/>
                    <a:pt x="57412" y="42205"/>
                    <a:pt x="57145" y="42773"/>
                  </a:cubicBezTo>
                  <a:cubicBezTo>
                    <a:pt x="56877" y="43342"/>
                    <a:pt x="56592" y="43902"/>
                    <a:pt x="56289" y="44453"/>
                  </a:cubicBezTo>
                  <a:cubicBezTo>
                    <a:pt x="55986" y="45003"/>
                    <a:pt x="55667" y="45544"/>
                    <a:pt x="55330" y="46075"/>
                  </a:cubicBezTo>
                  <a:cubicBezTo>
                    <a:pt x="54993" y="46605"/>
                    <a:pt x="54640" y="47125"/>
                    <a:pt x="54271" y="47634"/>
                  </a:cubicBezTo>
                  <a:cubicBezTo>
                    <a:pt x="53901" y="48142"/>
                    <a:pt x="53516" y="48639"/>
                    <a:pt x="53115" y="49123"/>
                  </a:cubicBezTo>
                  <a:cubicBezTo>
                    <a:pt x="52715" y="49607"/>
                    <a:pt x="52299" y="50078"/>
                    <a:pt x="51869" y="50536"/>
                  </a:cubicBezTo>
                  <a:cubicBezTo>
                    <a:pt x="51439" y="50994"/>
                    <a:pt x="50994" y="51439"/>
                    <a:pt x="50536" y="51869"/>
                  </a:cubicBezTo>
                  <a:cubicBezTo>
                    <a:pt x="50078" y="52299"/>
                    <a:pt x="49607" y="52715"/>
                    <a:pt x="49123" y="53115"/>
                  </a:cubicBezTo>
                  <a:cubicBezTo>
                    <a:pt x="48639" y="53516"/>
                    <a:pt x="48142" y="53901"/>
                    <a:pt x="47634" y="54271"/>
                  </a:cubicBezTo>
                  <a:cubicBezTo>
                    <a:pt x="47125" y="54640"/>
                    <a:pt x="46605" y="54993"/>
                    <a:pt x="46075" y="55330"/>
                  </a:cubicBezTo>
                  <a:cubicBezTo>
                    <a:pt x="45544" y="55667"/>
                    <a:pt x="45003" y="55986"/>
                    <a:pt x="44453" y="56289"/>
                  </a:cubicBezTo>
                  <a:cubicBezTo>
                    <a:pt x="43902" y="56592"/>
                    <a:pt x="43342" y="56877"/>
                    <a:pt x="42773" y="57145"/>
                  </a:cubicBezTo>
                  <a:cubicBezTo>
                    <a:pt x="42205" y="57412"/>
                    <a:pt x="41628" y="57662"/>
                    <a:pt x="41044" y="57893"/>
                  </a:cubicBezTo>
                  <a:cubicBezTo>
                    <a:pt x="40459" y="58125"/>
                    <a:pt x="39868" y="58338"/>
                    <a:pt x="39271" y="58532"/>
                  </a:cubicBezTo>
                  <a:cubicBezTo>
                    <a:pt x="38673" y="58726"/>
                    <a:pt x="38069" y="58901"/>
                    <a:pt x="37461" y="59057"/>
                  </a:cubicBezTo>
                  <a:cubicBezTo>
                    <a:pt x="36852" y="59214"/>
                    <a:pt x="36239" y="59351"/>
                    <a:pt x="35621" y="59469"/>
                  </a:cubicBezTo>
                  <a:cubicBezTo>
                    <a:pt x="35004" y="59586"/>
                    <a:pt x="34383" y="59685"/>
                    <a:pt x="33760" y="59763"/>
                  </a:cubicBezTo>
                  <a:cubicBezTo>
                    <a:pt x="33137" y="59842"/>
                    <a:pt x="32511" y="59901"/>
                    <a:pt x="31884" y="59941"/>
                  </a:cubicBezTo>
                  <a:cubicBezTo>
                    <a:pt x="31257" y="59980"/>
                    <a:pt x="30628" y="60000"/>
                    <a:pt x="30000" y="60000"/>
                  </a:cubicBezTo>
                  <a:cubicBezTo>
                    <a:pt x="29372" y="60000"/>
                    <a:pt x="28743" y="59980"/>
                    <a:pt x="28116" y="59941"/>
                  </a:cubicBezTo>
                  <a:cubicBezTo>
                    <a:pt x="27489" y="59901"/>
                    <a:pt x="26863" y="59842"/>
                    <a:pt x="26240" y="59763"/>
                  </a:cubicBezTo>
                  <a:cubicBezTo>
                    <a:pt x="25617" y="59685"/>
                    <a:pt x="24996" y="59586"/>
                    <a:pt x="24379" y="59469"/>
                  </a:cubicBezTo>
                  <a:cubicBezTo>
                    <a:pt x="23761" y="59351"/>
                    <a:pt x="23148" y="59214"/>
                    <a:pt x="22539" y="59057"/>
                  </a:cubicBezTo>
                  <a:cubicBezTo>
                    <a:pt x="21931" y="58901"/>
                    <a:pt x="21327" y="58726"/>
                    <a:pt x="20729" y="58532"/>
                  </a:cubicBezTo>
                  <a:cubicBezTo>
                    <a:pt x="20132" y="58338"/>
                    <a:pt x="19541" y="58125"/>
                    <a:pt x="18956" y="57893"/>
                  </a:cubicBezTo>
                  <a:cubicBezTo>
                    <a:pt x="18372" y="57662"/>
                    <a:pt x="17795" y="57412"/>
                    <a:pt x="17227" y="57145"/>
                  </a:cubicBezTo>
                  <a:cubicBezTo>
                    <a:pt x="16658" y="56877"/>
                    <a:pt x="16098" y="56592"/>
                    <a:pt x="15547" y="56289"/>
                  </a:cubicBezTo>
                  <a:cubicBezTo>
                    <a:pt x="14997" y="55986"/>
                    <a:pt x="14456" y="55667"/>
                    <a:pt x="13925" y="55330"/>
                  </a:cubicBezTo>
                  <a:cubicBezTo>
                    <a:pt x="13395" y="54993"/>
                    <a:pt x="12875" y="54640"/>
                    <a:pt x="12366" y="54271"/>
                  </a:cubicBezTo>
                  <a:cubicBezTo>
                    <a:pt x="11858" y="53901"/>
                    <a:pt x="11361" y="53516"/>
                    <a:pt x="10877" y="53115"/>
                  </a:cubicBezTo>
                  <a:cubicBezTo>
                    <a:pt x="10393" y="52715"/>
                    <a:pt x="9922" y="52299"/>
                    <a:pt x="9464" y="51869"/>
                  </a:cubicBezTo>
                  <a:cubicBezTo>
                    <a:pt x="9006" y="51439"/>
                    <a:pt x="8561" y="50994"/>
                    <a:pt x="8131" y="50536"/>
                  </a:cubicBezTo>
                  <a:cubicBezTo>
                    <a:pt x="7701" y="50078"/>
                    <a:pt x="7285" y="49607"/>
                    <a:pt x="6885" y="49123"/>
                  </a:cubicBezTo>
                  <a:cubicBezTo>
                    <a:pt x="6484" y="48639"/>
                    <a:pt x="6099" y="48142"/>
                    <a:pt x="5729" y="47634"/>
                  </a:cubicBezTo>
                  <a:cubicBezTo>
                    <a:pt x="5360" y="47125"/>
                    <a:pt x="5007" y="46605"/>
                    <a:pt x="4670" y="46075"/>
                  </a:cubicBezTo>
                  <a:cubicBezTo>
                    <a:pt x="4333" y="45544"/>
                    <a:pt x="4014" y="45003"/>
                    <a:pt x="3711" y="44453"/>
                  </a:cubicBezTo>
                  <a:cubicBezTo>
                    <a:pt x="3408" y="43902"/>
                    <a:pt x="3123" y="43342"/>
                    <a:pt x="2855" y="42773"/>
                  </a:cubicBezTo>
                  <a:cubicBezTo>
                    <a:pt x="2588" y="42205"/>
                    <a:pt x="2338" y="41628"/>
                    <a:pt x="2107" y="41044"/>
                  </a:cubicBezTo>
                  <a:cubicBezTo>
                    <a:pt x="1875" y="40459"/>
                    <a:pt x="1662" y="39868"/>
                    <a:pt x="1468" y="39271"/>
                  </a:cubicBezTo>
                  <a:cubicBezTo>
                    <a:pt x="1274" y="38673"/>
                    <a:pt x="1099" y="38069"/>
                    <a:pt x="943" y="37461"/>
                  </a:cubicBezTo>
                  <a:cubicBezTo>
                    <a:pt x="786" y="36852"/>
                    <a:pt x="649" y="36239"/>
                    <a:pt x="531" y="35621"/>
                  </a:cubicBezTo>
                  <a:cubicBezTo>
                    <a:pt x="414" y="35004"/>
                    <a:pt x="315" y="34383"/>
                    <a:pt x="237" y="33760"/>
                  </a:cubicBezTo>
                  <a:cubicBezTo>
                    <a:pt x="158" y="33137"/>
                    <a:pt x="99" y="32511"/>
                    <a:pt x="59" y="31884"/>
                  </a:cubicBezTo>
                  <a:cubicBezTo>
                    <a:pt x="20" y="31257"/>
                    <a:pt x="0" y="30628"/>
                    <a:pt x="0" y="30000"/>
                  </a:cubicBezTo>
                  <a:cubicBezTo>
                    <a:pt x="0" y="29372"/>
                    <a:pt x="20" y="28743"/>
                    <a:pt x="59" y="28116"/>
                  </a:cubicBezTo>
                  <a:cubicBezTo>
                    <a:pt x="99" y="27489"/>
                    <a:pt x="158" y="26863"/>
                    <a:pt x="237" y="26240"/>
                  </a:cubicBezTo>
                  <a:cubicBezTo>
                    <a:pt x="315" y="25617"/>
                    <a:pt x="414" y="24996"/>
                    <a:pt x="531" y="24379"/>
                  </a:cubicBezTo>
                  <a:cubicBezTo>
                    <a:pt x="649" y="23761"/>
                    <a:pt x="786" y="23148"/>
                    <a:pt x="943" y="22539"/>
                  </a:cubicBezTo>
                  <a:cubicBezTo>
                    <a:pt x="1099" y="21931"/>
                    <a:pt x="1274" y="21327"/>
                    <a:pt x="1468" y="20729"/>
                  </a:cubicBezTo>
                  <a:cubicBezTo>
                    <a:pt x="1662" y="20132"/>
                    <a:pt x="1875" y="19541"/>
                    <a:pt x="2107" y="18956"/>
                  </a:cubicBezTo>
                  <a:cubicBezTo>
                    <a:pt x="2338" y="18372"/>
                    <a:pt x="2588" y="17795"/>
                    <a:pt x="2855" y="17227"/>
                  </a:cubicBezTo>
                  <a:cubicBezTo>
                    <a:pt x="3123" y="16658"/>
                    <a:pt x="3408" y="16098"/>
                    <a:pt x="3711" y="15547"/>
                  </a:cubicBezTo>
                  <a:cubicBezTo>
                    <a:pt x="4014" y="14997"/>
                    <a:pt x="4333" y="14456"/>
                    <a:pt x="4670" y="13925"/>
                  </a:cubicBezTo>
                  <a:cubicBezTo>
                    <a:pt x="5007" y="13395"/>
                    <a:pt x="5360" y="12875"/>
                    <a:pt x="5729" y="12366"/>
                  </a:cubicBezTo>
                  <a:cubicBezTo>
                    <a:pt x="6099" y="11858"/>
                    <a:pt x="6484" y="11361"/>
                    <a:pt x="6885" y="10877"/>
                  </a:cubicBezTo>
                  <a:cubicBezTo>
                    <a:pt x="7285" y="10393"/>
                    <a:pt x="7701" y="9922"/>
                    <a:pt x="8131" y="9464"/>
                  </a:cubicBezTo>
                  <a:cubicBezTo>
                    <a:pt x="8561" y="9006"/>
                    <a:pt x="9006" y="8561"/>
                    <a:pt x="9464" y="8131"/>
                  </a:cubicBezTo>
                  <a:cubicBezTo>
                    <a:pt x="9922" y="7701"/>
                    <a:pt x="10393" y="7285"/>
                    <a:pt x="10877" y="6885"/>
                  </a:cubicBezTo>
                  <a:cubicBezTo>
                    <a:pt x="11361" y="6484"/>
                    <a:pt x="11858" y="6099"/>
                    <a:pt x="12366" y="5729"/>
                  </a:cubicBezTo>
                  <a:cubicBezTo>
                    <a:pt x="12875" y="5360"/>
                    <a:pt x="13395" y="5007"/>
                    <a:pt x="13925" y="4670"/>
                  </a:cubicBezTo>
                  <a:cubicBezTo>
                    <a:pt x="14456" y="4333"/>
                    <a:pt x="14997" y="4014"/>
                    <a:pt x="15547" y="3711"/>
                  </a:cubicBezTo>
                  <a:cubicBezTo>
                    <a:pt x="16098" y="3408"/>
                    <a:pt x="16658" y="3123"/>
                    <a:pt x="17227" y="2855"/>
                  </a:cubicBezTo>
                  <a:cubicBezTo>
                    <a:pt x="17795" y="2588"/>
                    <a:pt x="18372" y="2338"/>
                    <a:pt x="18956" y="2107"/>
                  </a:cubicBezTo>
                  <a:cubicBezTo>
                    <a:pt x="19541" y="1875"/>
                    <a:pt x="20132" y="1662"/>
                    <a:pt x="20729" y="1468"/>
                  </a:cubicBezTo>
                  <a:cubicBezTo>
                    <a:pt x="21327" y="1274"/>
                    <a:pt x="21931" y="1099"/>
                    <a:pt x="22539" y="943"/>
                  </a:cubicBezTo>
                  <a:cubicBezTo>
                    <a:pt x="23148" y="786"/>
                    <a:pt x="23761" y="649"/>
                    <a:pt x="24379" y="531"/>
                  </a:cubicBezTo>
                  <a:cubicBezTo>
                    <a:pt x="24996" y="414"/>
                    <a:pt x="25617" y="315"/>
                    <a:pt x="26240" y="237"/>
                  </a:cubicBezTo>
                  <a:cubicBezTo>
                    <a:pt x="26863" y="158"/>
                    <a:pt x="27489" y="99"/>
                    <a:pt x="28116" y="59"/>
                  </a:cubicBezTo>
                  <a:cubicBezTo>
                    <a:pt x="28743" y="20"/>
                    <a:pt x="29372" y="0"/>
                    <a:pt x="30000" y="0"/>
                  </a:cubicBezTo>
                  <a:cubicBezTo>
                    <a:pt x="30628" y="0"/>
                    <a:pt x="31257" y="20"/>
                    <a:pt x="31884" y="59"/>
                  </a:cubicBezTo>
                  <a:cubicBezTo>
                    <a:pt x="32511" y="99"/>
                    <a:pt x="33137" y="158"/>
                    <a:pt x="33760" y="237"/>
                  </a:cubicBezTo>
                  <a:cubicBezTo>
                    <a:pt x="34383" y="315"/>
                    <a:pt x="35004" y="414"/>
                    <a:pt x="35621" y="531"/>
                  </a:cubicBezTo>
                  <a:cubicBezTo>
                    <a:pt x="36239" y="649"/>
                    <a:pt x="36852" y="786"/>
                    <a:pt x="37461" y="943"/>
                  </a:cubicBezTo>
                  <a:cubicBezTo>
                    <a:pt x="38069" y="1099"/>
                    <a:pt x="38673" y="1274"/>
                    <a:pt x="39271" y="1468"/>
                  </a:cubicBezTo>
                  <a:cubicBezTo>
                    <a:pt x="39868" y="1662"/>
                    <a:pt x="40459" y="1875"/>
                    <a:pt x="41044" y="2107"/>
                  </a:cubicBezTo>
                  <a:cubicBezTo>
                    <a:pt x="41628" y="2338"/>
                    <a:pt x="42205" y="2588"/>
                    <a:pt x="42773" y="2855"/>
                  </a:cubicBezTo>
                  <a:cubicBezTo>
                    <a:pt x="43342" y="3123"/>
                    <a:pt x="43902" y="3408"/>
                    <a:pt x="44453" y="3711"/>
                  </a:cubicBezTo>
                  <a:cubicBezTo>
                    <a:pt x="45003" y="4014"/>
                    <a:pt x="45544" y="4333"/>
                    <a:pt x="46075" y="4670"/>
                  </a:cubicBezTo>
                  <a:cubicBezTo>
                    <a:pt x="46605" y="5007"/>
                    <a:pt x="47125" y="5360"/>
                    <a:pt x="47634" y="5729"/>
                  </a:cubicBezTo>
                  <a:cubicBezTo>
                    <a:pt x="48142" y="6099"/>
                    <a:pt x="48639" y="6484"/>
                    <a:pt x="49123" y="6885"/>
                  </a:cubicBezTo>
                  <a:cubicBezTo>
                    <a:pt x="49607" y="7285"/>
                    <a:pt x="50078" y="7701"/>
                    <a:pt x="50536" y="8131"/>
                  </a:cubicBezTo>
                  <a:cubicBezTo>
                    <a:pt x="50994" y="8561"/>
                    <a:pt x="51439" y="9006"/>
                    <a:pt x="51869" y="9464"/>
                  </a:cubicBezTo>
                  <a:cubicBezTo>
                    <a:pt x="52299" y="9922"/>
                    <a:pt x="52715" y="10393"/>
                    <a:pt x="53115" y="10877"/>
                  </a:cubicBezTo>
                  <a:cubicBezTo>
                    <a:pt x="53516" y="11361"/>
                    <a:pt x="53901" y="11858"/>
                    <a:pt x="54271" y="12366"/>
                  </a:cubicBezTo>
                  <a:cubicBezTo>
                    <a:pt x="54640" y="12875"/>
                    <a:pt x="54993" y="13395"/>
                    <a:pt x="55330" y="13925"/>
                  </a:cubicBezTo>
                  <a:cubicBezTo>
                    <a:pt x="55667" y="14456"/>
                    <a:pt x="55986" y="14997"/>
                    <a:pt x="56289" y="15547"/>
                  </a:cubicBezTo>
                  <a:cubicBezTo>
                    <a:pt x="56592" y="16098"/>
                    <a:pt x="56877" y="16658"/>
                    <a:pt x="57145" y="17227"/>
                  </a:cubicBezTo>
                  <a:cubicBezTo>
                    <a:pt x="57412" y="17795"/>
                    <a:pt x="57662" y="18372"/>
                    <a:pt x="57893" y="18956"/>
                  </a:cubicBezTo>
                  <a:cubicBezTo>
                    <a:pt x="58125" y="19541"/>
                    <a:pt x="58338" y="20132"/>
                    <a:pt x="58532" y="20729"/>
                  </a:cubicBezTo>
                  <a:cubicBezTo>
                    <a:pt x="58726" y="21327"/>
                    <a:pt x="58901" y="21931"/>
                    <a:pt x="59057" y="22539"/>
                  </a:cubicBezTo>
                  <a:cubicBezTo>
                    <a:pt x="59214" y="23148"/>
                    <a:pt x="59351" y="23761"/>
                    <a:pt x="59469" y="24379"/>
                  </a:cubicBezTo>
                  <a:cubicBezTo>
                    <a:pt x="59586" y="24996"/>
                    <a:pt x="59685" y="25617"/>
                    <a:pt x="59763" y="26240"/>
                  </a:cubicBezTo>
                  <a:cubicBezTo>
                    <a:pt x="59842" y="26863"/>
                    <a:pt x="59901" y="27489"/>
                    <a:pt x="59941" y="28116"/>
                  </a:cubicBezTo>
                  <a:cubicBezTo>
                    <a:pt x="59980" y="28743"/>
                    <a:pt x="60000" y="29372"/>
                    <a:pt x="60000" y="30000"/>
                  </a:cubicBezTo>
                  <a:close/>
                </a:path>
              </a:pathLst>
            </a:custGeom>
            <a:noFill/>
            <a:ln w="60325" cap="rnd">
              <a:solidFill>
                <a:srgbClr val="38314C"/>
              </a:solidFill>
              <a:prstDash val="solid"/>
              <a:round/>
            </a:ln>
          </p:spPr>
        </p:sp>
        <p:sp>
          <p:nvSpPr>
            <p:cNvPr id="32" name="asset-13-lucide-scan-search-part-6"/>
            <p:cNvSpPr/>
            <p:nvPr/>
          </p:nvSpPr>
          <p:spPr>
            <a:xfrm>
              <a:off x="141000" y="141000"/>
              <a:ext cx="19000" cy="19000"/>
            </a:xfrm>
            <a:custGeom>
              <a:avLst/>
              <a:gdLst/>
              <a:ahLst/>
              <a:cxnLst/>
              <a:rect l="0" t="0" r="r" b="b"/>
              <a:pathLst>
                <a:path w="19000" h="19000">
                  <a:moveTo>
                    <a:pt x="19000" y="19000"/>
                  </a:moveTo>
                  <a:lnTo>
                    <a:pt x="0" y="0"/>
                  </a:lnTo>
                </a:path>
              </a:pathLst>
            </a:custGeom>
            <a:noFill/>
            <a:ln w="60325" cap="rnd">
              <a:solidFill>
                <a:srgbClr val="38314C"/>
              </a:solidFill>
              <a:prstDash val="solid"/>
              <a:round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1562100" y="3657600"/>
            <a:ext cx="56007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50" b="1">
                <a:solidFill>
                  <a:srgbClr val="38314C"/>
                </a:solidFill>
                <a:latin typeface="Noto Sans CJK SC"/>
              </a:defRPr>
            </a:pPr>
            <a:r>
              <a:t>证据可核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2100" y="4067175"/>
            <a:ext cx="56007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38314C"/>
                </a:solidFill>
                <a:latin typeface="Noto Sans CJK SC"/>
              </a:defRPr>
            </a:pPr>
            <a:r>
              <a:t>峰图、对照和重复记录可回查</a:t>
            </a:r>
          </a:p>
        </p:txBody>
      </p:sp>
      <p:grpSp>
        <p:nvGrpSpPr>
          <p:cNvPr id="33" name="asset-14-lucide-shield-check" descr="shield-check — Lucide Icons and Contributors; preserve the bundled full upstream license. Source: https://github.com/lucide-icons/lucide/blob/20aef31db93fe4d9f398dbb15b120d99c48eef95/icons/shield-check.svg; SVG SHA256: 8d4fcdbde5bba4abb1a2f6fe53e37ceb6343a1d5449a9d88f6f97c1971d26c4e; native DrawingML derivative; recolored 38314C"/>
          <p:cNvGrpSpPr/>
          <p:nvPr/>
        </p:nvGrpSpPr>
        <p:grpSpPr>
          <a:xfrm>
            <a:off x="571500" y="4695825"/>
            <a:ext cx="723900" cy="723900"/>
            <a:chOff x="0" y="0"/>
            <a:chExt cx="240000" cy="240000"/>
          </a:xfrm>
        </p:grpSpPr>
        <p:sp>
          <p:nvSpPr>
            <p:cNvPr id="34" name="asset-14-lucide-shield-check-part-1"/>
            <p:cNvSpPr/>
            <p:nvPr/>
          </p:nvSpPr>
          <p:spPr>
            <a:xfrm>
              <a:off x="40000" y="19996"/>
              <a:ext cx="160000" cy="200033"/>
            </a:xfrm>
            <a:custGeom>
              <a:avLst/>
              <a:gdLst/>
              <a:ahLst/>
              <a:cxnLst/>
              <a:rect l="0" t="0" r="r" b="b"/>
              <a:pathLst>
                <a:path w="160000" h="200033">
                  <a:moveTo>
                    <a:pt x="160000" y="110004"/>
                  </a:moveTo>
                  <a:cubicBezTo>
                    <a:pt x="160000" y="160004"/>
                    <a:pt x="125000" y="185004"/>
                    <a:pt x="83400" y="199504"/>
                  </a:cubicBezTo>
                  <a:cubicBezTo>
                    <a:pt x="83204" y="199571"/>
                    <a:pt x="83006" y="199631"/>
                    <a:pt x="82806" y="199685"/>
                  </a:cubicBezTo>
                  <a:cubicBezTo>
                    <a:pt x="82606" y="199740"/>
                    <a:pt x="82405" y="199788"/>
                    <a:pt x="82202" y="199829"/>
                  </a:cubicBezTo>
                  <a:cubicBezTo>
                    <a:pt x="81999" y="199871"/>
                    <a:pt x="81795" y="199906"/>
                    <a:pt x="81590" y="199935"/>
                  </a:cubicBezTo>
                  <a:cubicBezTo>
                    <a:pt x="81385" y="199964"/>
                    <a:pt x="81179" y="199987"/>
                    <a:pt x="80972" y="200003"/>
                  </a:cubicBezTo>
                  <a:cubicBezTo>
                    <a:pt x="80766" y="200019"/>
                    <a:pt x="80559" y="200029"/>
                    <a:pt x="80352" y="200032"/>
                  </a:cubicBezTo>
                  <a:cubicBezTo>
                    <a:pt x="80145" y="200036"/>
                    <a:pt x="79938" y="200032"/>
                    <a:pt x="79731" y="200023"/>
                  </a:cubicBezTo>
                  <a:cubicBezTo>
                    <a:pt x="79524" y="200013"/>
                    <a:pt x="79318" y="199997"/>
                    <a:pt x="79112" y="199975"/>
                  </a:cubicBezTo>
                  <a:cubicBezTo>
                    <a:pt x="78906" y="199953"/>
                    <a:pt x="78701" y="199924"/>
                    <a:pt x="78497" y="199889"/>
                  </a:cubicBezTo>
                  <a:cubicBezTo>
                    <a:pt x="78293" y="199854"/>
                    <a:pt x="78090" y="199812"/>
                    <a:pt x="77888" y="199765"/>
                  </a:cubicBezTo>
                  <a:cubicBezTo>
                    <a:pt x="77687" y="199717"/>
                    <a:pt x="77487" y="199663"/>
                    <a:pt x="77288" y="199603"/>
                  </a:cubicBezTo>
                  <a:cubicBezTo>
                    <a:pt x="77090" y="199543"/>
                    <a:pt x="76894" y="199477"/>
                    <a:pt x="76700" y="199404"/>
                  </a:cubicBezTo>
                  <a:cubicBezTo>
                    <a:pt x="35000" y="185004"/>
                    <a:pt x="0" y="160004"/>
                    <a:pt x="0" y="110004"/>
                  </a:cubicBezTo>
                  <a:lnTo>
                    <a:pt x="0" y="40004"/>
                  </a:lnTo>
                  <a:cubicBezTo>
                    <a:pt x="0" y="39795"/>
                    <a:pt x="7" y="39586"/>
                    <a:pt x="20" y="39377"/>
                  </a:cubicBezTo>
                  <a:cubicBezTo>
                    <a:pt x="33" y="39168"/>
                    <a:pt x="53" y="38959"/>
                    <a:pt x="79" y="38751"/>
                  </a:cubicBezTo>
                  <a:cubicBezTo>
                    <a:pt x="105" y="38543"/>
                    <a:pt x="138" y="38336"/>
                    <a:pt x="177" y="38131"/>
                  </a:cubicBezTo>
                  <a:cubicBezTo>
                    <a:pt x="216" y="37925"/>
                    <a:pt x="262" y="37720"/>
                    <a:pt x="314" y="37518"/>
                  </a:cubicBezTo>
                  <a:cubicBezTo>
                    <a:pt x="366" y="37315"/>
                    <a:pt x="425" y="37114"/>
                    <a:pt x="489" y="36914"/>
                  </a:cubicBezTo>
                  <a:cubicBezTo>
                    <a:pt x="554" y="36715"/>
                    <a:pt x="625" y="36518"/>
                    <a:pt x="702" y="36323"/>
                  </a:cubicBezTo>
                  <a:cubicBezTo>
                    <a:pt x="779" y="36129"/>
                    <a:pt x="863" y="35936"/>
                    <a:pt x="952" y="35747"/>
                  </a:cubicBezTo>
                  <a:cubicBezTo>
                    <a:pt x="1041" y="35557"/>
                    <a:pt x="1136" y="35371"/>
                    <a:pt x="1237" y="35187"/>
                  </a:cubicBezTo>
                  <a:cubicBezTo>
                    <a:pt x="1338" y="35003"/>
                    <a:pt x="1444" y="34823"/>
                    <a:pt x="1557" y="34646"/>
                  </a:cubicBezTo>
                  <a:cubicBezTo>
                    <a:pt x="1669" y="34469"/>
                    <a:pt x="1787" y="34296"/>
                    <a:pt x="1910" y="34127"/>
                  </a:cubicBezTo>
                  <a:cubicBezTo>
                    <a:pt x="2033" y="33957"/>
                    <a:pt x="2161" y="33792"/>
                    <a:pt x="2295" y="33630"/>
                  </a:cubicBezTo>
                  <a:cubicBezTo>
                    <a:pt x="2428" y="33469"/>
                    <a:pt x="2567" y="33312"/>
                    <a:pt x="2710" y="33159"/>
                  </a:cubicBezTo>
                  <a:cubicBezTo>
                    <a:pt x="2854" y="33006"/>
                    <a:pt x="3002" y="32858"/>
                    <a:pt x="3155" y="32715"/>
                  </a:cubicBezTo>
                  <a:cubicBezTo>
                    <a:pt x="3307" y="32571"/>
                    <a:pt x="3464" y="32433"/>
                    <a:pt x="3626" y="32299"/>
                  </a:cubicBezTo>
                  <a:cubicBezTo>
                    <a:pt x="3787" y="32166"/>
                    <a:pt x="3953" y="32037"/>
                    <a:pt x="4122" y="31914"/>
                  </a:cubicBezTo>
                  <a:cubicBezTo>
                    <a:pt x="4292" y="31791"/>
                    <a:pt x="4465" y="31673"/>
                    <a:pt x="4642" y="31561"/>
                  </a:cubicBezTo>
                  <a:cubicBezTo>
                    <a:pt x="4819" y="31449"/>
                    <a:pt x="4999" y="31342"/>
                    <a:pt x="5182" y="31241"/>
                  </a:cubicBezTo>
                  <a:cubicBezTo>
                    <a:pt x="5366" y="31141"/>
                    <a:pt x="5553" y="31045"/>
                    <a:pt x="5742" y="30956"/>
                  </a:cubicBezTo>
                  <a:cubicBezTo>
                    <a:pt x="5932" y="30867"/>
                    <a:pt x="6124" y="30784"/>
                    <a:pt x="6319" y="30707"/>
                  </a:cubicBezTo>
                  <a:cubicBezTo>
                    <a:pt x="6514" y="30630"/>
                    <a:pt x="6711" y="30559"/>
                    <a:pt x="6910" y="30494"/>
                  </a:cubicBezTo>
                  <a:cubicBezTo>
                    <a:pt x="7109" y="30429"/>
                    <a:pt x="7310" y="30371"/>
                    <a:pt x="7513" y="30319"/>
                  </a:cubicBezTo>
                  <a:cubicBezTo>
                    <a:pt x="7716" y="30267"/>
                    <a:pt x="7920" y="30221"/>
                    <a:pt x="8126" y="30182"/>
                  </a:cubicBezTo>
                  <a:cubicBezTo>
                    <a:pt x="8332" y="30142"/>
                    <a:pt x="8539" y="30110"/>
                    <a:pt x="8747" y="30083"/>
                  </a:cubicBezTo>
                  <a:cubicBezTo>
                    <a:pt x="8954" y="30057"/>
                    <a:pt x="9163" y="30037"/>
                    <a:pt x="9372" y="30024"/>
                  </a:cubicBezTo>
                  <a:cubicBezTo>
                    <a:pt x="9581" y="30011"/>
                    <a:pt x="9791" y="30004"/>
                    <a:pt x="10000" y="30004"/>
                  </a:cubicBezTo>
                  <a:cubicBezTo>
                    <a:pt x="30000" y="30004"/>
                    <a:pt x="55000" y="18004"/>
                    <a:pt x="72400" y="2804"/>
                  </a:cubicBezTo>
                  <a:cubicBezTo>
                    <a:pt x="72582" y="2649"/>
                    <a:pt x="72769" y="2499"/>
                    <a:pt x="72961" y="2354"/>
                  </a:cubicBezTo>
                  <a:cubicBezTo>
                    <a:pt x="73152" y="2210"/>
                    <a:pt x="73348" y="2072"/>
                    <a:pt x="73548" y="1940"/>
                  </a:cubicBezTo>
                  <a:cubicBezTo>
                    <a:pt x="73748" y="1807"/>
                    <a:pt x="73953" y="1681"/>
                    <a:pt x="74160" y="1562"/>
                  </a:cubicBezTo>
                  <a:cubicBezTo>
                    <a:pt x="74368" y="1442"/>
                    <a:pt x="74580" y="1329"/>
                    <a:pt x="74794" y="1222"/>
                  </a:cubicBezTo>
                  <a:cubicBezTo>
                    <a:pt x="75009" y="1115"/>
                    <a:pt x="75227" y="1015"/>
                    <a:pt x="75448" y="922"/>
                  </a:cubicBezTo>
                  <a:cubicBezTo>
                    <a:pt x="75669" y="829"/>
                    <a:pt x="75892" y="742"/>
                    <a:pt x="76119" y="663"/>
                  </a:cubicBezTo>
                  <a:cubicBezTo>
                    <a:pt x="76345" y="583"/>
                    <a:pt x="76574" y="510"/>
                    <a:pt x="76804" y="445"/>
                  </a:cubicBezTo>
                  <a:cubicBezTo>
                    <a:pt x="77035" y="379"/>
                    <a:pt x="77268" y="321"/>
                    <a:pt x="77502" y="270"/>
                  </a:cubicBezTo>
                  <a:cubicBezTo>
                    <a:pt x="77736" y="219"/>
                    <a:pt x="77972" y="175"/>
                    <a:pt x="78209" y="138"/>
                  </a:cubicBezTo>
                  <a:cubicBezTo>
                    <a:pt x="78446" y="101"/>
                    <a:pt x="78684" y="72"/>
                    <a:pt x="78923" y="50"/>
                  </a:cubicBezTo>
                  <a:cubicBezTo>
                    <a:pt x="79161" y="28"/>
                    <a:pt x="79401" y="13"/>
                    <a:pt x="79640" y="6"/>
                  </a:cubicBezTo>
                  <a:cubicBezTo>
                    <a:pt x="79880" y="-2"/>
                    <a:pt x="80120" y="-2"/>
                    <a:pt x="80360" y="6"/>
                  </a:cubicBezTo>
                  <a:cubicBezTo>
                    <a:pt x="80599" y="13"/>
                    <a:pt x="80839" y="28"/>
                    <a:pt x="81077" y="50"/>
                  </a:cubicBezTo>
                  <a:cubicBezTo>
                    <a:pt x="81316" y="72"/>
                    <a:pt x="81554" y="101"/>
                    <a:pt x="81791" y="138"/>
                  </a:cubicBezTo>
                  <a:cubicBezTo>
                    <a:pt x="82028" y="175"/>
                    <a:pt x="82264" y="219"/>
                    <a:pt x="82498" y="270"/>
                  </a:cubicBezTo>
                  <a:cubicBezTo>
                    <a:pt x="82732" y="321"/>
                    <a:pt x="82965" y="379"/>
                    <a:pt x="83196" y="445"/>
                  </a:cubicBezTo>
                  <a:cubicBezTo>
                    <a:pt x="83426" y="510"/>
                    <a:pt x="83655" y="583"/>
                    <a:pt x="83881" y="663"/>
                  </a:cubicBezTo>
                  <a:cubicBezTo>
                    <a:pt x="84108" y="742"/>
                    <a:pt x="84331" y="829"/>
                    <a:pt x="84552" y="922"/>
                  </a:cubicBezTo>
                  <a:cubicBezTo>
                    <a:pt x="84773" y="1015"/>
                    <a:pt x="84991" y="1115"/>
                    <a:pt x="85206" y="1222"/>
                  </a:cubicBezTo>
                  <a:cubicBezTo>
                    <a:pt x="85420" y="1329"/>
                    <a:pt x="85632" y="1442"/>
                    <a:pt x="85840" y="1562"/>
                  </a:cubicBezTo>
                  <a:cubicBezTo>
                    <a:pt x="86047" y="1681"/>
                    <a:pt x="86252" y="1807"/>
                    <a:pt x="86452" y="1940"/>
                  </a:cubicBezTo>
                  <a:cubicBezTo>
                    <a:pt x="86652" y="2072"/>
                    <a:pt x="86848" y="2210"/>
                    <a:pt x="87039" y="2354"/>
                  </a:cubicBezTo>
                  <a:cubicBezTo>
                    <a:pt x="87231" y="2499"/>
                    <a:pt x="87418" y="2649"/>
                    <a:pt x="87600" y="2804"/>
                  </a:cubicBezTo>
                  <a:cubicBezTo>
                    <a:pt x="105100" y="18104"/>
                    <a:pt x="130000" y="30004"/>
                    <a:pt x="150000" y="30004"/>
                  </a:cubicBezTo>
                  <a:cubicBezTo>
                    <a:pt x="150209" y="30004"/>
                    <a:pt x="150419" y="30011"/>
                    <a:pt x="150628" y="30024"/>
                  </a:cubicBezTo>
                  <a:cubicBezTo>
                    <a:pt x="150837" y="30037"/>
                    <a:pt x="151046" y="30057"/>
                    <a:pt x="151253" y="30083"/>
                  </a:cubicBezTo>
                  <a:cubicBezTo>
                    <a:pt x="151461" y="30110"/>
                    <a:pt x="151668" y="30142"/>
                    <a:pt x="151874" y="30182"/>
                  </a:cubicBezTo>
                  <a:cubicBezTo>
                    <a:pt x="152080" y="30221"/>
                    <a:pt x="152284" y="30267"/>
                    <a:pt x="152487" y="30319"/>
                  </a:cubicBezTo>
                  <a:cubicBezTo>
                    <a:pt x="152690" y="30371"/>
                    <a:pt x="152891" y="30429"/>
                    <a:pt x="153090" y="30494"/>
                  </a:cubicBezTo>
                  <a:cubicBezTo>
                    <a:pt x="153289" y="30559"/>
                    <a:pt x="153486" y="30630"/>
                    <a:pt x="153681" y="30707"/>
                  </a:cubicBezTo>
                  <a:cubicBezTo>
                    <a:pt x="153876" y="30784"/>
                    <a:pt x="154068" y="30867"/>
                    <a:pt x="154258" y="30956"/>
                  </a:cubicBezTo>
                  <a:cubicBezTo>
                    <a:pt x="154447" y="31045"/>
                    <a:pt x="154634" y="31141"/>
                    <a:pt x="154818" y="31241"/>
                  </a:cubicBezTo>
                  <a:cubicBezTo>
                    <a:pt x="155001" y="31342"/>
                    <a:pt x="155181" y="31449"/>
                    <a:pt x="155358" y="31561"/>
                  </a:cubicBezTo>
                  <a:cubicBezTo>
                    <a:pt x="155535" y="31673"/>
                    <a:pt x="155708" y="31791"/>
                    <a:pt x="155878" y="31914"/>
                  </a:cubicBezTo>
                  <a:cubicBezTo>
                    <a:pt x="156047" y="32037"/>
                    <a:pt x="156213" y="32166"/>
                    <a:pt x="156374" y="32299"/>
                  </a:cubicBezTo>
                  <a:cubicBezTo>
                    <a:pt x="156536" y="32433"/>
                    <a:pt x="156693" y="32571"/>
                    <a:pt x="156845" y="32715"/>
                  </a:cubicBezTo>
                  <a:cubicBezTo>
                    <a:pt x="156998" y="32858"/>
                    <a:pt x="157146" y="33006"/>
                    <a:pt x="157290" y="33159"/>
                  </a:cubicBezTo>
                  <a:cubicBezTo>
                    <a:pt x="157433" y="33312"/>
                    <a:pt x="157572" y="33469"/>
                    <a:pt x="157705" y="33630"/>
                  </a:cubicBezTo>
                  <a:cubicBezTo>
                    <a:pt x="157839" y="33792"/>
                    <a:pt x="157967" y="33957"/>
                    <a:pt x="158090" y="34127"/>
                  </a:cubicBezTo>
                  <a:cubicBezTo>
                    <a:pt x="158213" y="34296"/>
                    <a:pt x="158331" y="34469"/>
                    <a:pt x="158443" y="34646"/>
                  </a:cubicBezTo>
                  <a:cubicBezTo>
                    <a:pt x="158556" y="34823"/>
                    <a:pt x="158662" y="35003"/>
                    <a:pt x="158763" y="35187"/>
                  </a:cubicBezTo>
                  <a:cubicBezTo>
                    <a:pt x="158864" y="35371"/>
                    <a:pt x="158959" y="35557"/>
                    <a:pt x="159048" y="35747"/>
                  </a:cubicBezTo>
                  <a:cubicBezTo>
                    <a:pt x="159137" y="35936"/>
                    <a:pt x="159221" y="36129"/>
                    <a:pt x="159298" y="36323"/>
                  </a:cubicBezTo>
                  <a:cubicBezTo>
                    <a:pt x="159375" y="36518"/>
                    <a:pt x="159446" y="36715"/>
                    <a:pt x="159511" y="36914"/>
                  </a:cubicBezTo>
                  <a:cubicBezTo>
                    <a:pt x="159575" y="37114"/>
                    <a:pt x="159634" y="37315"/>
                    <a:pt x="159686" y="37518"/>
                  </a:cubicBezTo>
                  <a:cubicBezTo>
                    <a:pt x="159738" y="37720"/>
                    <a:pt x="159784" y="37925"/>
                    <a:pt x="159823" y="38131"/>
                  </a:cubicBezTo>
                  <a:cubicBezTo>
                    <a:pt x="159862" y="38336"/>
                    <a:pt x="159895" y="38543"/>
                    <a:pt x="159921" y="38751"/>
                  </a:cubicBezTo>
                  <a:cubicBezTo>
                    <a:pt x="159947" y="38959"/>
                    <a:pt x="159967" y="39168"/>
                    <a:pt x="159980" y="39377"/>
                  </a:cubicBezTo>
                  <a:cubicBezTo>
                    <a:pt x="159993" y="39586"/>
                    <a:pt x="160000" y="39795"/>
                    <a:pt x="160000" y="40004"/>
                  </a:cubicBezTo>
                  <a:close/>
                </a:path>
              </a:pathLst>
            </a:custGeom>
            <a:noFill/>
            <a:ln w="60325" cap="rnd">
              <a:solidFill>
                <a:srgbClr val="38314C"/>
              </a:solidFill>
              <a:prstDash val="solid"/>
              <a:round/>
            </a:ln>
          </p:spPr>
        </p:sp>
        <p:sp>
          <p:nvSpPr>
            <p:cNvPr id="35" name="asset-14-lucide-shield-check-part-2"/>
            <p:cNvSpPr/>
            <p:nvPr/>
          </p:nvSpPr>
          <p:spPr>
            <a:xfrm>
              <a:off x="90000" y="100000"/>
              <a:ext cx="60000" cy="40000"/>
            </a:xfrm>
            <a:custGeom>
              <a:avLst/>
              <a:gdLst/>
              <a:ahLst/>
              <a:cxnLst/>
              <a:rect l="0" t="0" r="r" b="b"/>
              <a:pathLst>
                <a:path w="60000" h="40000">
                  <a:moveTo>
                    <a:pt x="0" y="20000"/>
                  </a:moveTo>
                  <a:lnTo>
                    <a:pt x="20000" y="40000"/>
                  </a:lnTo>
                  <a:lnTo>
                    <a:pt x="60000" y="0"/>
                  </a:lnTo>
                </a:path>
              </a:pathLst>
            </a:custGeom>
            <a:noFill/>
            <a:ln w="60325" cap="rnd">
              <a:solidFill>
                <a:srgbClr val="38314C"/>
              </a:solidFill>
              <a:prstDash val="solid"/>
              <a:round/>
            </a:ln>
          </p:spPr>
        </p:sp>
      </p:grpSp>
      <p:sp>
        <p:nvSpPr>
          <p:cNvPr id="16" name="TextBox 15"/>
          <p:cNvSpPr txBox="1"/>
          <p:nvPr/>
        </p:nvSpPr>
        <p:spPr>
          <a:xfrm>
            <a:off x="1562100" y="4695825"/>
            <a:ext cx="56007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50" b="1">
                <a:solidFill>
                  <a:srgbClr val="38314C"/>
                </a:solidFill>
                <a:latin typeface="Noto Sans CJK SC"/>
              </a:defRPr>
            </a:pPr>
            <a:r>
              <a:t>疑点保留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2100" y="5105400"/>
            <a:ext cx="56007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38314C"/>
                </a:solidFill>
                <a:latin typeface="Noto Sans CJK SC"/>
              </a:defRPr>
            </a:pPr>
            <a:r>
              <a:t>未解决项保留明确的不确定状态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48600" y="1752600"/>
            <a:ext cx="4038600" cy="4267200"/>
          </a:xfrm>
          <a:prstGeom prst="rect">
            <a:avLst/>
          </a:prstGeom>
          <a:solidFill>
            <a:srgbClr val="F7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7200" y="1943100"/>
            <a:ext cx="35814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25" b="1">
                <a:solidFill>
                  <a:srgbClr val="38314C"/>
                </a:solidFill>
                <a:latin typeface="Noto Sans CJK SC"/>
              </a:defRPr>
            </a:pPr>
            <a:r>
              <a:t>个体联系与识别</a:t>
            </a:r>
          </a:p>
        </p:txBody>
      </p:sp>
      <p:grpSp>
        <p:nvGrpSpPr>
          <p:cNvPr id="36" name="asset-15-lucide-network" descr="network — Lucide Icons and Contributors; preserve the bundled full upstream license. Source: https://github.com/lucide-icons/lucide/blob/20aef31db93fe4d9f398dbb15b120d99c48eef95/icons/network.svg; SVG SHA256: 626be730feea1e5ea7539fbf78b4a3fcb927ce5d7dc43364f2216908672ac792; native DrawingML derivative; recolored 38314C"/>
          <p:cNvGrpSpPr/>
          <p:nvPr/>
        </p:nvGrpSpPr>
        <p:grpSpPr>
          <a:xfrm>
            <a:off x="8986838" y="2714625"/>
            <a:ext cx="1781175" cy="1781175"/>
            <a:chOff x="0" y="0"/>
            <a:chExt cx="240000" cy="240000"/>
          </a:xfrm>
        </p:grpSpPr>
        <p:sp>
          <p:nvSpPr>
            <p:cNvPr id="37" name="asset-15-lucide-network-part-1"/>
            <p:cNvSpPr/>
            <p:nvPr/>
          </p:nvSpPr>
          <p:spPr>
            <a:xfrm>
              <a:off x="160000" y="16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10000" y="0"/>
                  </a:moveTo>
                  <a:lnTo>
                    <a:pt x="50000" y="0"/>
                  </a:lnTo>
                  <a:cubicBezTo>
                    <a:pt x="50209" y="0"/>
                    <a:pt x="50419" y="7"/>
                    <a:pt x="50628" y="20"/>
                  </a:cubicBezTo>
                  <a:cubicBezTo>
                    <a:pt x="50837" y="33"/>
                    <a:pt x="51046" y="53"/>
                    <a:pt x="51253" y="79"/>
                  </a:cubicBezTo>
                  <a:cubicBezTo>
                    <a:pt x="51461" y="105"/>
                    <a:pt x="51668" y="138"/>
                    <a:pt x="51874" y="177"/>
                  </a:cubicBezTo>
                  <a:cubicBezTo>
                    <a:pt x="52080" y="216"/>
                    <a:pt x="52284" y="262"/>
                    <a:pt x="52487" y="314"/>
                  </a:cubicBezTo>
                  <a:cubicBezTo>
                    <a:pt x="52690" y="366"/>
                    <a:pt x="52891" y="425"/>
                    <a:pt x="53090" y="489"/>
                  </a:cubicBezTo>
                  <a:cubicBezTo>
                    <a:pt x="53289" y="554"/>
                    <a:pt x="53486" y="625"/>
                    <a:pt x="53681" y="702"/>
                  </a:cubicBezTo>
                  <a:cubicBezTo>
                    <a:pt x="53876" y="779"/>
                    <a:pt x="54068" y="863"/>
                    <a:pt x="54258" y="952"/>
                  </a:cubicBezTo>
                  <a:cubicBezTo>
                    <a:pt x="54447" y="1041"/>
                    <a:pt x="54634" y="1136"/>
                    <a:pt x="54818" y="1237"/>
                  </a:cubicBezTo>
                  <a:cubicBezTo>
                    <a:pt x="55001" y="1338"/>
                    <a:pt x="55181" y="1444"/>
                    <a:pt x="55358" y="1557"/>
                  </a:cubicBezTo>
                  <a:cubicBezTo>
                    <a:pt x="55535" y="1669"/>
                    <a:pt x="55708" y="1787"/>
                    <a:pt x="55878" y="1910"/>
                  </a:cubicBezTo>
                  <a:cubicBezTo>
                    <a:pt x="56047" y="2033"/>
                    <a:pt x="56213" y="2161"/>
                    <a:pt x="56374" y="2295"/>
                  </a:cubicBezTo>
                  <a:cubicBezTo>
                    <a:pt x="56536" y="2428"/>
                    <a:pt x="56693" y="2567"/>
                    <a:pt x="56845" y="2710"/>
                  </a:cubicBezTo>
                  <a:cubicBezTo>
                    <a:pt x="56998" y="2854"/>
                    <a:pt x="57146" y="3002"/>
                    <a:pt x="57290" y="3155"/>
                  </a:cubicBezTo>
                  <a:cubicBezTo>
                    <a:pt x="57433" y="3307"/>
                    <a:pt x="57572" y="3464"/>
                    <a:pt x="57705" y="3626"/>
                  </a:cubicBezTo>
                  <a:cubicBezTo>
                    <a:pt x="57839" y="3787"/>
                    <a:pt x="57967" y="3953"/>
                    <a:pt x="58090" y="4122"/>
                  </a:cubicBezTo>
                  <a:cubicBezTo>
                    <a:pt x="58213" y="4292"/>
                    <a:pt x="58331" y="4465"/>
                    <a:pt x="58443" y="4642"/>
                  </a:cubicBezTo>
                  <a:cubicBezTo>
                    <a:pt x="58556" y="4819"/>
                    <a:pt x="58662" y="4999"/>
                    <a:pt x="58763" y="5182"/>
                  </a:cubicBezTo>
                  <a:cubicBezTo>
                    <a:pt x="58864" y="5366"/>
                    <a:pt x="58959" y="5553"/>
                    <a:pt x="59048" y="5742"/>
                  </a:cubicBezTo>
                  <a:cubicBezTo>
                    <a:pt x="59137" y="5932"/>
                    <a:pt x="59221" y="6124"/>
                    <a:pt x="59298" y="6319"/>
                  </a:cubicBezTo>
                  <a:cubicBezTo>
                    <a:pt x="59375" y="6514"/>
                    <a:pt x="59446" y="6711"/>
                    <a:pt x="59511" y="6910"/>
                  </a:cubicBezTo>
                  <a:cubicBezTo>
                    <a:pt x="59575" y="7109"/>
                    <a:pt x="59634" y="7310"/>
                    <a:pt x="59686" y="7513"/>
                  </a:cubicBezTo>
                  <a:cubicBezTo>
                    <a:pt x="59738" y="7716"/>
                    <a:pt x="59784" y="7920"/>
                    <a:pt x="59823" y="8126"/>
                  </a:cubicBezTo>
                  <a:cubicBezTo>
                    <a:pt x="59862" y="8332"/>
                    <a:pt x="59895" y="8539"/>
                    <a:pt x="59921" y="8747"/>
                  </a:cubicBezTo>
                  <a:cubicBezTo>
                    <a:pt x="59947" y="8954"/>
                    <a:pt x="59967" y="9163"/>
                    <a:pt x="59980" y="9372"/>
                  </a:cubicBezTo>
                  <a:cubicBezTo>
                    <a:pt x="59993" y="9581"/>
                    <a:pt x="60000" y="9791"/>
                    <a:pt x="60000" y="10000"/>
                  </a:cubicBezTo>
                  <a:lnTo>
                    <a:pt x="60000" y="50000"/>
                  </a:lnTo>
                  <a:cubicBezTo>
                    <a:pt x="60000" y="50209"/>
                    <a:pt x="59993" y="50419"/>
                    <a:pt x="59980" y="50628"/>
                  </a:cubicBezTo>
                  <a:cubicBezTo>
                    <a:pt x="59967" y="50837"/>
                    <a:pt x="59947" y="51046"/>
                    <a:pt x="59921" y="51253"/>
                  </a:cubicBezTo>
                  <a:cubicBezTo>
                    <a:pt x="59895" y="51461"/>
                    <a:pt x="59862" y="51668"/>
                    <a:pt x="59823" y="51874"/>
                  </a:cubicBezTo>
                  <a:cubicBezTo>
                    <a:pt x="59784" y="52080"/>
                    <a:pt x="59738" y="52284"/>
                    <a:pt x="59686" y="52487"/>
                  </a:cubicBezTo>
                  <a:cubicBezTo>
                    <a:pt x="59634" y="52690"/>
                    <a:pt x="59575" y="52891"/>
                    <a:pt x="59511" y="53090"/>
                  </a:cubicBezTo>
                  <a:cubicBezTo>
                    <a:pt x="59446" y="53289"/>
                    <a:pt x="59375" y="53486"/>
                    <a:pt x="59298" y="53681"/>
                  </a:cubicBezTo>
                  <a:cubicBezTo>
                    <a:pt x="59221" y="53876"/>
                    <a:pt x="59137" y="54068"/>
                    <a:pt x="59048" y="54258"/>
                  </a:cubicBezTo>
                  <a:cubicBezTo>
                    <a:pt x="58959" y="54447"/>
                    <a:pt x="58864" y="54634"/>
                    <a:pt x="58763" y="54818"/>
                  </a:cubicBezTo>
                  <a:cubicBezTo>
                    <a:pt x="58662" y="55001"/>
                    <a:pt x="58556" y="55181"/>
                    <a:pt x="58443" y="55358"/>
                  </a:cubicBezTo>
                  <a:cubicBezTo>
                    <a:pt x="58331" y="55535"/>
                    <a:pt x="58213" y="55708"/>
                    <a:pt x="58090" y="55878"/>
                  </a:cubicBezTo>
                  <a:cubicBezTo>
                    <a:pt x="57967" y="56047"/>
                    <a:pt x="57839" y="56213"/>
                    <a:pt x="57705" y="56374"/>
                  </a:cubicBezTo>
                  <a:cubicBezTo>
                    <a:pt x="57572" y="56536"/>
                    <a:pt x="57433" y="56693"/>
                    <a:pt x="57290" y="56845"/>
                  </a:cubicBezTo>
                  <a:cubicBezTo>
                    <a:pt x="57146" y="56998"/>
                    <a:pt x="56998" y="57146"/>
                    <a:pt x="56845" y="57290"/>
                  </a:cubicBezTo>
                  <a:cubicBezTo>
                    <a:pt x="56693" y="57433"/>
                    <a:pt x="56536" y="57572"/>
                    <a:pt x="56374" y="57705"/>
                  </a:cubicBezTo>
                  <a:cubicBezTo>
                    <a:pt x="56213" y="57839"/>
                    <a:pt x="56047" y="57967"/>
                    <a:pt x="55878" y="58090"/>
                  </a:cubicBezTo>
                  <a:cubicBezTo>
                    <a:pt x="55708" y="58213"/>
                    <a:pt x="55535" y="58331"/>
                    <a:pt x="55358" y="58443"/>
                  </a:cubicBezTo>
                  <a:cubicBezTo>
                    <a:pt x="55181" y="58556"/>
                    <a:pt x="55001" y="58662"/>
                    <a:pt x="54818" y="58763"/>
                  </a:cubicBezTo>
                  <a:cubicBezTo>
                    <a:pt x="54634" y="58864"/>
                    <a:pt x="54447" y="58959"/>
                    <a:pt x="54258" y="59048"/>
                  </a:cubicBezTo>
                  <a:cubicBezTo>
                    <a:pt x="54068" y="59137"/>
                    <a:pt x="53876" y="59221"/>
                    <a:pt x="53681" y="59298"/>
                  </a:cubicBezTo>
                  <a:cubicBezTo>
                    <a:pt x="53486" y="59375"/>
                    <a:pt x="53289" y="59446"/>
                    <a:pt x="53090" y="59511"/>
                  </a:cubicBezTo>
                  <a:cubicBezTo>
                    <a:pt x="52891" y="59575"/>
                    <a:pt x="52690" y="59634"/>
                    <a:pt x="52487" y="59686"/>
                  </a:cubicBezTo>
                  <a:cubicBezTo>
                    <a:pt x="52284" y="59738"/>
                    <a:pt x="52080" y="59784"/>
                    <a:pt x="51874" y="59823"/>
                  </a:cubicBezTo>
                  <a:cubicBezTo>
                    <a:pt x="51668" y="59862"/>
                    <a:pt x="51461" y="59895"/>
                    <a:pt x="51253" y="59921"/>
                  </a:cubicBezTo>
                  <a:cubicBezTo>
                    <a:pt x="51046" y="59947"/>
                    <a:pt x="50837" y="59967"/>
                    <a:pt x="50628" y="59980"/>
                  </a:cubicBezTo>
                  <a:cubicBezTo>
                    <a:pt x="50419" y="59993"/>
                    <a:pt x="50209" y="60000"/>
                    <a:pt x="50000" y="60000"/>
                  </a:cubicBezTo>
                  <a:lnTo>
                    <a:pt x="10000" y="60000"/>
                  </a:lnTo>
                  <a:cubicBezTo>
                    <a:pt x="9791" y="60000"/>
                    <a:pt x="9581" y="59993"/>
                    <a:pt x="9372" y="59980"/>
                  </a:cubicBezTo>
                  <a:cubicBezTo>
                    <a:pt x="9163" y="59967"/>
                    <a:pt x="8954" y="59947"/>
                    <a:pt x="8747" y="59921"/>
                  </a:cubicBezTo>
                  <a:cubicBezTo>
                    <a:pt x="8539" y="59895"/>
                    <a:pt x="8332" y="59862"/>
                    <a:pt x="8126" y="59823"/>
                  </a:cubicBezTo>
                  <a:cubicBezTo>
                    <a:pt x="7920" y="59784"/>
                    <a:pt x="7716" y="59738"/>
                    <a:pt x="7513" y="59686"/>
                  </a:cubicBezTo>
                  <a:cubicBezTo>
                    <a:pt x="7310" y="59634"/>
                    <a:pt x="7109" y="59575"/>
                    <a:pt x="6910" y="59511"/>
                  </a:cubicBezTo>
                  <a:cubicBezTo>
                    <a:pt x="6711" y="59446"/>
                    <a:pt x="6514" y="59375"/>
                    <a:pt x="6319" y="59298"/>
                  </a:cubicBezTo>
                  <a:cubicBezTo>
                    <a:pt x="6124" y="59221"/>
                    <a:pt x="5932" y="59137"/>
                    <a:pt x="5742" y="59048"/>
                  </a:cubicBezTo>
                  <a:cubicBezTo>
                    <a:pt x="5553" y="58959"/>
                    <a:pt x="5366" y="58864"/>
                    <a:pt x="5182" y="58763"/>
                  </a:cubicBezTo>
                  <a:cubicBezTo>
                    <a:pt x="4999" y="58662"/>
                    <a:pt x="4819" y="58556"/>
                    <a:pt x="4642" y="58443"/>
                  </a:cubicBezTo>
                  <a:cubicBezTo>
                    <a:pt x="4465" y="58331"/>
                    <a:pt x="4292" y="58213"/>
                    <a:pt x="4122" y="58090"/>
                  </a:cubicBezTo>
                  <a:cubicBezTo>
                    <a:pt x="3953" y="57967"/>
                    <a:pt x="3787" y="57839"/>
                    <a:pt x="3626" y="57705"/>
                  </a:cubicBezTo>
                  <a:cubicBezTo>
                    <a:pt x="3464" y="57572"/>
                    <a:pt x="3307" y="57433"/>
                    <a:pt x="3155" y="57290"/>
                  </a:cubicBezTo>
                  <a:cubicBezTo>
                    <a:pt x="3002" y="57146"/>
                    <a:pt x="2854" y="56998"/>
                    <a:pt x="2710" y="56845"/>
                  </a:cubicBezTo>
                  <a:cubicBezTo>
                    <a:pt x="2567" y="56693"/>
                    <a:pt x="2428" y="56536"/>
                    <a:pt x="2295" y="56374"/>
                  </a:cubicBezTo>
                  <a:cubicBezTo>
                    <a:pt x="2161" y="56213"/>
                    <a:pt x="2033" y="56047"/>
                    <a:pt x="1910" y="55878"/>
                  </a:cubicBezTo>
                  <a:cubicBezTo>
                    <a:pt x="1787" y="55708"/>
                    <a:pt x="1669" y="55535"/>
                    <a:pt x="1557" y="55358"/>
                  </a:cubicBezTo>
                  <a:cubicBezTo>
                    <a:pt x="1444" y="55181"/>
                    <a:pt x="1338" y="55001"/>
                    <a:pt x="1237" y="54818"/>
                  </a:cubicBezTo>
                  <a:cubicBezTo>
                    <a:pt x="1136" y="54634"/>
                    <a:pt x="1041" y="54447"/>
                    <a:pt x="952" y="54258"/>
                  </a:cubicBezTo>
                  <a:cubicBezTo>
                    <a:pt x="863" y="54068"/>
                    <a:pt x="779" y="53876"/>
                    <a:pt x="702" y="53681"/>
                  </a:cubicBezTo>
                  <a:cubicBezTo>
                    <a:pt x="625" y="53486"/>
                    <a:pt x="554" y="53289"/>
                    <a:pt x="489" y="53090"/>
                  </a:cubicBezTo>
                  <a:cubicBezTo>
                    <a:pt x="425" y="52891"/>
                    <a:pt x="366" y="52690"/>
                    <a:pt x="314" y="52487"/>
                  </a:cubicBezTo>
                  <a:cubicBezTo>
                    <a:pt x="262" y="52284"/>
                    <a:pt x="216" y="52080"/>
                    <a:pt x="177" y="51874"/>
                  </a:cubicBezTo>
                  <a:cubicBezTo>
                    <a:pt x="138" y="51668"/>
                    <a:pt x="105" y="51461"/>
                    <a:pt x="79" y="51253"/>
                  </a:cubicBezTo>
                  <a:cubicBezTo>
                    <a:pt x="53" y="51046"/>
                    <a:pt x="33" y="50837"/>
                    <a:pt x="20" y="50628"/>
                  </a:cubicBezTo>
                  <a:cubicBezTo>
                    <a:pt x="7" y="50419"/>
                    <a:pt x="0" y="50209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148431" cap="rnd">
              <a:solidFill>
                <a:srgbClr val="38314C"/>
              </a:solidFill>
              <a:prstDash val="solid"/>
              <a:round/>
            </a:ln>
          </p:spPr>
        </p:sp>
        <p:sp>
          <p:nvSpPr>
            <p:cNvPr id="38" name="asset-15-lucide-network-part-2"/>
            <p:cNvSpPr/>
            <p:nvPr/>
          </p:nvSpPr>
          <p:spPr>
            <a:xfrm>
              <a:off x="20000" y="16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10000" y="0"/>
                  </a:moveTo>
                  <a:lnTo>
                    <a:pt x="50000" y="0"/>
                  </a:lnTo>
                  <a:cubicBezTo>
                    <a:pt x="50209" y="0"/>
                    <a:pt x="50419" y="7"/>
                    <a:pt x="50628" y="20"/>
                  </a:cubicBezTo>
                  <a:cubicBezTo>
                    <a:pt x="50837" y="33"/>
                    <a:pt x="51046" y="53"/>
                    <a:pt x="51253" y="79"/>
                  </a:cubicBezTo>
                  <a:cubicBezTo>
                    <a:pt x="51461" y="105"/>
                    <a:pt x="51668" y="138"/>
                    <a:pt x="51874" y="177"/>
                  </a:cubicBezTo>
                  <a:cubicBezTo>
                    <a:pt x="52080" y="216"/>
                    <a:pt x="52284" y="262"/>
                    <a:pt x="52487" y="314"/>
                  </a:cubicBezTo>
                  <a:cubicBezTo>
                    <a:pt x="52690" y="366"/>
                    <a:pt x="52891" y="425"/>
                    <a:pt x="53090" y="489"/>
                  </a:cubicBezTo>
                  <a:cubicBezTo>
                    <a:pt x="53289" y="554"/>
                    <a:pt x="53486" y="625"/>
                    <a:pt x="53681" y="702"/>
                  </a:cubicBezTo>
                  <a:cubicBezTo>
                    <a:pt x="53876" y="779"/>
                    <a:pt x="54068" y="863"/>
                    <a:pt x="54258" y="952"/>
                  </a:cubicBezTo>
                  <a:cubicBezTo>
                    <a:pt x="54447" y="1041"/>
                    <a:pt x="54634" y="1136"/>
                    <a:pt x="54818" y="1237"/>
                  </a:cubicBezTo>
                  <a:cubicBezTo>
                    <a:pt x="55001" y="1338"/>
                    <a:pt x="55181" y="1444"/>
                    <a:pt x="55358" y="1557"/>
                  </a:cubicBezTo>
                  <a:cubicBezTo>
                    <a:pt x="55535" y="1669"/>
                    <a:pt x="55708" y="1787"/>
                    <a:pt x="55878" y="1910"/>
                  </a:cubicBezTo>
                  <a:cubicBezTo>
                    <a:pt x="56047" y="2033"/>
                    <a:pt x="56213" y="2161"/>
                    <a:pt x="56374" y="2295"/>
                  </a:cubicBezTo>
                  <a:cubicBezTo>
                    <a:pt x="56536" y="2428"/>
                    <a:pt x="56693" y="2567"/>
                    <a:pt x="56845" y="2710"/>
                  </a:cubicBezTo>
                  <a:cubicBezTo>
                    <a:pt x="56998" y="2854"/>
                    <a:pt x="57146" y="3002"/>
                    <a:pt x="57290" y="3155"/>
                  </a:cubicBezTo>
                  <a:cubicBezTo>
                    <a:pt x="57433" y="3307"/>
                    <a:pt x="57572" y="3464"/>
                    <a:pt x="57705" y="3626"/>
                  </a:cubicBezTo>
                  <a:cubicBezTo>
                    <a:pt x="57839" y="3787"/>
                    <a:pt x="57967" y="3953"/>
                    <a:pt x="58090" y="4122"/>
                  </a:cubicBezTo>
                  <a:cubicBezTo>
                    <a:pt x="58213" y="4292"/>
                    <a:pt x="58331" y="4465"/>
                    <a:pt x="58443" y="4642"/>
                  </a:cubicBezTo>
                  <a:cubicBezTo>
                    <a:pt x="58556" y="4819"/>
                    <a:pt x="58662" y="4999"/>
                    <a:pt x="58763" y="5182"/>
                  </a:cubicBezTo>
                  <a:cubicBezTo>
                    <a:pt x="58864" y="5366"/>
                    <a:pt x="58959" y="5553"/>
                    <a:pt x="59048" y="5742"/>
                  </a:cubicBezTo>
                  <a:cubicBezTo>
                    <a:pt x="59137" y="5932"/>
                    <a:pt x="59221" y="6124"/>
                    <a:pt x="59298" y="6319"/>
                  </a:cubicBezTo>
                  <a:cubicBezTo>
                    <a:pt x="59375" y="6514"/>
                    <a:pt x="59446" y="6711"/>
                    <a:pt x="59511" y="6910"/>
                  </a:cubicBezTo>
                  <a:cubicBezTo>
                    <a:pt x="59575" y="7109"/>
                    <a:pt x="59634" y="7310"/>
                    <a:pt x="59686" y="7513"/>
                  </a:cubicBezTo>
                  <a:cubicBezTo>
                    <a:pt x="59738" y="7716"/>
                    <a:pt x="59784" y="7920"/>
                    <a:pt x="59823" y="8126"/>
                  </a:cubicBezTo>
                  <a:cubicBezTo>
                    <a:pt x="59862" y="8332"/>
                    <a:pt x="59895" y="8539"/>
                    <a:pt x="59921" y="8747"/>
                  </a:cubicBezTo>
                  <a:cubicBezTo>
                    <a:pt x="59947" y="8954"/>
                    <a:pt x="59967" y="9163"/>
                    <a:pt x="59980" y="9372"/>
                  </a:cubicBezTo>
                  <a:cubicBezTo>
                    <a:pt x="59993" y="9581"/>
                    <a:pt x="60000" y="9791"/>
                    <a:pt x="60000" y="10000"/>
                  </a:cubicBezTo>
                  <a:lnTo>
                    <a:pt x="60000" y="50000"/>
                  </a:lnTo>
                  <a:cubicBezTo>
                    <a:pt x="60000" y="50209"/>
                    <a:pt x="59993" y="50419"/>
                    <a:pt x="59980" y="50628"/>
                  </a:cubicBezTo>
                  <a:cubicBezTo>
                    <a:pt x="59967" y="50837"/>
                    <a:pt x="59947" y="51046"/>
                    <a:pt x="59921" y="51253"/>
                  </a:cubicBezTo>
                  <a:cubicBezTo>
                    <a:pt x="59895" y="51461"/>
                    <a:pt x="59862" y="51668"/>
                    <a:pt x="59823" y="51874"/>
                  </a:cubicBezTo>
                  <a:cubicBezTo>
                    <a:pt x="59784" y="52080"/>
                    <a:pt x="59738" y="52284"/>
                    <a:pt x="59686" y="52487"/>
                  </a:cubicBezTo>
                  <a:cubicBezTo>
                    <a:pt x="59634" y="52690"/>
                    <a:pt x="59575" y="52891"/>
                    <a:pt x="59511" y="53090"/>
                  </a:cubicBezTo>
                  <a:cubicBezTo>
                    <a:pt x="59446" y="53289"/>
                    <a:pt x="59375" y="53486"/>
                    <a:pt x="59298" y="53681"/>
                  </a:cubicBezTo>
                  <a:cubicBezTo>
                    <a:pt x="59221" y="53876"/>
                    <a:pt x="59137" y="54068"/>
                    <a:pt x="59048" y="54258"/>
                  </a:cubicBezTo>
                  <a:cubicBezTo>
                    <a:pt x="58959" y="54447"/>
                    <a:pt x="58864" y="54634"/>
                    <a:pt x="58763" y="54818"/>
                  </a:cubicBezTo>
                  <a:cubicBezTo>
                    <a:pt x="58662" y="55001"/>
                    <a:pt x="58556" y="55181"/>
                    <a:pt x="58443" y="55358"/>
                  </a:cubicBezTo>
                  <a:cubicBezTo>
                    <a:pt x="58331" y="55535"/>
                    <a:pt x="58213" y="55708"/>
                    <a:pt x="58090" y="55878"/>
                  </a:cubicBezTo>
                  <a:cubicBezTo>
                    <a:pt x="57967" y="56047"/>
                    <a:pt x="57839" y="56213"/>
                    <a:pt x="57705" y="56374"/>
                  </a:cubicBezTo>
                  <a:cubicBezTo>
                    <a:pt x="57572" y="56536"/>
                    <a:pt x="57433" y="56693"/>
                    <a:pt x="57290" y="56845"/>
                  </a:cubicBezTo>
                  <a:cubicBezTo>
                    <a:pt x="57146" y="56998"/>
                    <a:pt x="56998" y="57146"/>
                    <a:pt x="56845" y="57290"/>
                  </a:cubicBezTo>
                  <a:cubicBezTo>
                    <a:pt x="56693" y="57433"/>
                    <a:pt x="56536" y="57572"/>
                    <a:pt x="56374" y="57705"/>
                  </a:cubicBezTo>
                  <a:cubicBezTo>
                    <a:pt x="56213" y="57839"/>
                    <a:pt x="56047" y="57967"/>
                    <a:pt x="55878" y="58090"/>
                  </a:cubicBezTo>
                  <a:cubicBezTo>
                    <a:pt x="55708" y="58213"/>
                    <a:pt x="55535" y="58331"/>
                    <a:pt x="55358" y="58443"/>
                  </a:cubicBezTo>
                  <a:cubicBezTo>
                    <a:pt x="55181" y="58556"/>
                    <a:pt x="55001" y="58662"/>
                    <a:pt x="54818" y="58763"/>
                  </a:cubicBezTo>
                  <a:cubicBezTo>
                    <a:pt x="54634" y="58864"/>
                    <a:pt x="54447" y="58959"/>
                    <a:pt x="54258" y="59048"/>
                  </a:cubicBezTo>
                  <a:cubicBezTo>
                    <a:pt x="54068" y="59137"/>
                    <a:pt x="53876" y="59221"/>
                    <a:pt x="53681" y="59298"/>
                  </a:cubicBezTo>
                  <a:cubicBezTo>
                    <a:pt x="53486" y="59375"/>
                    <a:pt x="53289" y="59446"/>
                    <a:pt x="53090" y="59511"/>
                  </a:cubicBezTo>
                  <a:cubicBezTo>
                    <a:pt x="52891" y="59575"/>
                    <a:pt x="52690" y="59634"/>
                    <a:pt x="52487" y="59686"/>
                  </a:cubicBezTo>
                  <a:cubicBezTo>
                    <a:pt x="52284" y="59738"/>
                    <a:pt x="52080" y="59784"/>
                    <a:pt x="51874" y="59823"/>
                  </a:cubicBezTo>
                  <a:cubicBezTo>
                    <a:pt x="51668" y="59862"/>
                    <a:pt x="51461" y="59895"/>
                    <a:pt x="51253" y="59921"/>
                  </a:cubicBezTo>
                  <a:cubicBezTo>
                    <a:pt x="51046" y="59947"/>
                    <a:pt x="50837" y="59967"/>
                    <a:pt x="50628" y="59980"/>
                  </a:cubicBezTo>
                  <a:cubicBezTo>
                    <a:pt x="50419" y="59993"/>
                    <a:pt x="50209" y="60000"/>
                    <a:pt x="50000" y="60000"/>
                  </a:cubicBezTo>
                  <a:lnTo>
                    <a:pt x="10000" y="60000"/>
                  </a:lnTo>
                  <a:cubicBezTo>
                    <a:pt x="9791" y="60000"/>
                    <a:pt x="9581" y="59993"/>
                    <a:pt x="9372" y="59980"/>
                  </a:cubicBezTo>
                  <a:cubicBezTo>
                    <a:pt x="9163" y="59967"/>
                    <a:pt x="8954" y="59947"/>
                    <a:pt x="8747" y="59921"/>
                  </a:cubicBezTo>
                  <a:cubicBezTo>
                    <a:pt x="8539" y="59895"/>
                    <a:pt x="8332" y="59862"/>
                    <a:pt x="8126" y="59823"/>
                  </a:cubicBezTo>
                  <a:cubicBezTo>
                    <a:pt x="7920" y="59784"/>
                    <a:pt x="7716" y="59738"/>
                    <a:pt x="7513" y="59686"/>
                  </a:cubicBezTo>
                  <a:cubicBezTo>
                    <a:pt x="7310" y="59634"/>
                    <a:pt x="7109" y="59575"/>
                    <a:pt x="6910" y="59511"/>
                  </a:cubicBezTo>
                  <a:cubicBezTo>
                    <a:pt x="6711" y="59446"/>
                    <a:pt x="6514" y="59375"/>
                    <a:pt x="6319" y="59298"/>
                  </a:cubicBezTo>
                  <a:cubicBezTo>
                    <a:pt x="6124" y="59221"/>
                    <a:pt x="5932" y="59137"/>
                    <a:pt x="5742" y="59048"/>
                  </a:cubicBezTo>
                  <a:cubicBezTo>
                    <a:pt x="5553" y="58959"/>
                    <a:pt x="5366" y="58864"/>
                    <a:pt x="5182" y="58763"/>
                  </a:cubicBezTo>
                  <a:cubicBezTo>
                    <a:pt x="4999" y="58662"/>
                    <a:pt x="4819" y="58556"/>
                    <a:pt x="4642" y="58443"/>
                  </a:cubicBezTo>
                  <a:cubicBezTo>
                    <a:pt x="4465" y="58331"/>
                    <a:pt x="4292" y="58213"/>
                    <a:pt x="4122" y="58090"/>
                  </a:cubicBezTo>
                  <a:cubicBezTo>
                    <a:pt x="3953" y="57967"/>
                    <a:pt x="3787" y="57839"/>
                    <a:pt x="3626" y="57705"/>
                  </a:cubicBezTo>
                  <a:cubicBezTo>
                    <a:pt x="3464" y="57572"/>
                    <a:pt x="3307" y="57433"/>
                    <a:pt x="3155" y="57290"/>
                  </a:cubicBezTo>
                  <a:cubicBezTo>
                    <a:pt x="3002" y="57146"/>
                    <a:pt x="2854" y="56998"/>
                    <a:pt x="2710" y="56845"/>
                  </a:cubicBezTo>
                  <a:cubicBezTo>
                    <a:pt x="2567" y="56693"/>
                    <a:pt x="2428" y="56536"/>
                    <a:pt x="2295" y="56374"/>
                  </a:cubicBezTo>
                  <a:cubicBezTo>
                    <a:pt x="2161" y="56213"/>
                    <a:pt x="2033" y="56047"/>
                    <a:pt x="1910" y="55878"/>
                  </a:cubicBezTo>
                  <a:cubicBezTo>
                    <a:pt x="1787" y="55708"/>
                    <a:pt x="1669" y="55535"/>
                    <a:pt x="1557" y="55358"/>
                  </a:cubicBezTo>
                  <a:cubicBezTo>
                    <a:pt x="1444" y="55181"/>
                    <a:pt x="1338" y="55001"/>
                    <a:pt x="1237" y="54818"/>
                  </a:cubicBezTo>
                  <a:cubicBezTo>
                    <a:pt x="1136" y="54634"/>
                    <a:pt x="1041" y="54447"/>
                    <a:pt x="952" y="54258"/>
                  </a:cubicBezTo>
                  <a:cubicBezTo>
                    <a:pt x="863" y="54068"/>
                    <a:pt x="779" y="53876"/>
                    <a:pt x="702" y="53681"/>
                  </a:cubicBezTo>
                  <a:cubicBezTo>
                    <a:pt x="625" y="53486"/>
                    <a:pt x="554" y="53289"/>
                    <a:pt x="489" y="53090"/>
                  </a:cubicBezTo>
                  <a:cubicBezTo>
                    <a:pt x="425" y="52891"/>
                    <a:pt x="366" y="52690"/>
                    <a:pt x="314" y="52487"/>
                  </a:cubicBezTo>
                  <a:cubicBezTo>
                    <a:pt x="262" y="52284"/>
                    <a:pt x="216" y="52080"/>
                    <a:pt x="177" y="51874"/>
                  </a:cubicBezTo>
                  <a:cubicBezTo>
                    <a:pt x="138" y="51668"/>
                    <a:pt x="105" y="51461"/>
                    <a:pt x="79" y="51253"/>
                  </a:cubicBezTo>
                  <a:cubicBezTo>
                    <a:pt x="53" y="51046"/>
                    <a:pt x="33" y="50837"/>
                    <a:pt x="20" y="50628"/>
                  </a:cubicBezTo>
                  <a:cubicBezTo>
                    <a:pt x="7" y="50419"/>
                    <a:pt x="0" y="50209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148431" cap="rnd">
              <a:solidFill>
                <a:srgbClr val="38314C"/>
              </a:solidFill>
              <a:prstDash val="solid"/>
              <a:round/>
            </a:ln>
          </p:spPr>
        </p:sp>
        <p:sp>
          <p:nvSpPr>
            <p:cNvPr id="39" name="asset-15-lucide-network-part-3"/>
            <p:cNvSpPr/>
            <p:nvPr/>
          </p:nvSpPr>
          <p:spPr>
            <a:xfrm>
              <a:off x="90000" y="20000"/>
              <a:ext cx="60000" cy="60000"/>
            </a:xfrm>
            <a:custGeom>
              <a:avLst/>
              <a:gdLst/>
              <a:ahLst/>
              <a:cxnLst/>
              <a:rect l="0" t="0" r="r" b="b"/>
              <a:pathLst>
                <a:path w="60000" h="60000">
                  <a:moveTo>
                    <a:pt x="10000" y="0"/>
                  </a:moveTo>
                  <a:lnTo>
                    <a:pt x="50000" y="0"/>
                  </a:lnTo>
                  <a:cubicBezTo>
                    <a:pt x="50209" y="0"/>
                    <a:pt x="50419" y="7"/>
                    <a:pt x="50628" y="20"/>
                  </a:cubicBezTo>
                  <a:cubicBezTo>
                    <a:pt x="50837" y="33"/>
                    <a:pt x="51046" y="53"/>
                    <a:pt x="51253" y="79"/>
                  </a:cubicBezTo>
                  <a:cubicBezTo>
                    <a:pt x="51461" y="105"/>
                    <a:pt x="51668" y="138"/>
                    <a:pt x="51874" y="177"/>
                  </a:cubicBezTo>
                  <a:cubicBezTo>
                    <a:pt x="52080" y="216"/>
                    <a:pt x="52284" y="262"/>
                    <a:pt x="52487" y="314"/>
                  </a:cubicBezTo>
                  <a:cubicBezTo>
                    <a:pt x="52690" y="366"/>
                    <a:pt x="52891" y="425"/>
                    <a:pt x="53090" y="489"/>
                  </a:cubicBezTo>
                  <a:cubicBezTo>
                    <a:pt x="53289" y="554"/>
                    <a:pt x="53486" y="625"/>
                    <a:pt x="53681" y="702"/>
                  </a:cubicBezTo>
                  <a:cubicBezTo>
                    <a:pt x="53876" y="779"/>
                    <a:pt x="54068" y="863"/>
                    <a:pt x="54258" y="952"/>
                  </a:cubicBezTo>
                  <a:cubicBezTo>
                    <a:pt x="54447" y="1041"/>
                    <a:pt x="54634" y="1136"/>
                    <a:pt x="54818" y="1237"/>
                  </a:cubicBezTo>
                  <a:cubicBezTo>
                    <a:pt x="55001" y="1338"/>
                    <a:pt x="55181" y="1444"/>
                    <a:pt x="55358" y="1557"/>
                  </a:cubicBezTo>
                  <a:cubicBezTo>
                    <a:pt x="55535" y="1669"/>
                    <a:pt x="55708" y="1787"/>
                    <a:pt x="55878" y="1910"/>
                  </a:cubicBezTo>
                  <a:cubicBezTo>
                    <a:pt x="56047" y="2033"/>
                    <a:pt x="56213" y="2161"/>
                    <a:pt x="56374" y="2295"/>
                  </a:cubicBezTo>
                  <a:cubicBezTo>
                    <a:pt x="56536" y="2428"/>
                    <a:pt x="56693" y="2567"/>
                    <a:pt x="56845" y="2710"/>
                  </a:cubicBezTo>
                  <a:cubicBezTo>
                    <a:pt x="56998" y="2854"/>
                    <a:pt x="57146" y="3002"/>
                    <a:pt x="57290" y="3155"/>
                  </a:cubicBezTo>
                  <a:cubicBezTo>
                    <a:pt x="57433" y="3307"/>
                    <a:pt x="57572" y="3464"/>
                    <a:pt x="57705" y="3626"/>
                  </a:cubicBezTo>
                  <a:cubicBezTo>
                    <a:pt x="57839" y="3787"/>
                    <a:pt x="57967" y="3953"/>
                    <a:pt x="58090" y="4122"/>
                  </a:cubicBezTo>
                  <a:cubicBezTo>
                    <a:pt x="58213" y="4292"/>
                    <a:pt x="58331" y="4465"/>
                    <a:pt x="58443" y="4642"/>
                  </a:cubicBezTo>
                  <a:cubicBezTo>
                    <a:pt x="58556" y="4819"/>
                    <a:pt x="58662" y="4999"/>
                    <a:pt x="58763" y="5182"/>
                  </a:cubicBezTo>
                  <a:cubicBezTo>
                    <a:pt x="58864" y="5366"/>
                    <a:pt x="58959" y="5553"/>
                    <a:pt x="59048" y="5742"/>
                  </a:cubicBezTo>
                  <a:cubicBezTo>
                    <a:pt x="59137" y="5932"/>
                    <a:pt x="59221" y="6124"/>
                    <a:pt x="59298" y="6319"/>
                  </a:cubicBezTo>
                  <a:cubicBezTo>
                    <a:pt x="59375" y="6514"/>
                    <a:pt x="59446" y="6711"/>
                    <a:pt x="59511" y="6910"/>
                  </a:cubicBezTo>
                  <a:cubicBezTo>
                    <a:pt x="59575" y="7109"/>
                    <a:pt x="59634" y="7310"/>
                    <a:pt x="59686" y="7513"/>
                  </a:cubicBezTo>
                  <a:cubicBezTo>
                    <a:pt x="59738" y="7716"/>
                    <a:pt x="59784" y="7920"/>
                    <a:pt x="59823" y="8126"/>
                  </a:cubicBezTo>
                  <a:cubicBezTo>
                    <a:pt x="59862" y="8332"/>
                    <a:pt x="59895" y="8539"/>
                    <a:pt x="59921" y="8747"/>
                  </a:cubicBezTo>
                  <a:cubicBezTo>
                    <a:pt x="59947" y="8954"/>
                    <a:pt x="59967" y="9163"/>
                    <a:pt x="59980" y="9372"/>
                  </a:cubicBezTo>
                  <a:cubicBezTo>
                    <a:pt x="59993" y="9581"/>
                    <a:pt x="60000" y="9791"/>
                    <a:pt x="60000" y="10000"/>
                  </a:cubicBezTo>
                  <a:lnTo>
                    <a:pt x="60000" y="50000"/>
                  </a:lnTo>
                  <a:cubicBezTo>
                    <a:pt x="60000" y="50209"/>
                    <a:pt x="59993" y="50419"/>
                    <a:pt x="59980" y="50628"/>
                  </a:cubicBezTo>
                  <a:cubicBezTo>
                    <a:pt x="59967" y="50837"/>
                    <a:pt x="59947" y="51046"/>
                    <a:pt x="59921" y="51253"/>
                  </a:cubicBezTo>
                  <a:cubicBezTo>
                    <a:pt x="59895" y="51461"/>
                    <a:pt x="59862" y="51668"/>
                    <a:pt x="59823" y="51874"/>
                  </a:cubicBezTo>
                  <a:cubicBezTo>
                    <a:pt x="59784" y="52080"/>
                    <a:pt x="59738" y="52284"/>
                    <a:pt x="59686" y="52487"/>
                  </a:cubicBezTo>
                  <a:cubicBezTo>
                    <a:pt x="59634" y="52690"/>
                    <a:pt x="59575" y="52891"/>
                    <a:pt x="59511" y="53090"/>
                  </a:cubicBezTo>
                  <a:cubicBezTo>
                    <a:pt x="59446" y="53289"/>
                    <a:pt x="59375" y="53486"/>
                    <a:pt x="59298" y="53681"/>
                  </a:cubicBezTo>
                  <a:cubicBezTo>
                    <a:pt x="59221" y="53876"/>
                    <a:pt x="59137" y="54068"/>
                    <a:pt x="59048" y="54258"/>
                  </a:cubicBezTo>
                  <a:cubicBezTo>
                    <a:pt x="58959" y="54447"/>
                    <a:pt x="58864" y="54634"/>
                    <a:pt x="58763" y="54818"/>
                  </a:cubicBezTo>
                  <a:cubicBezTo>
                    <a:pt x="58662" y="55001"/>
                    <a:pt x="58556" y="55181"/>
                    <a:pt x="58443" y="55358"/>
                  </a:cubicBezTo>
                  <a:cubicBezTo>
                    <a:pt x="58331" y="55535"/>
                    <a:pt x="58213" y="55708"/>
                    <a:pt x="58090" y="55878"/>
                  </a:cubicBezTo>
                  <a:cubicBezTo>
                    <a:pt x="57967" y="56047"/>
                    <a:pt x="57839" y="56213"/>
                    <a:pt x="57705" y="56374"/>
                  </a:cubicBezTo>
                  <a:cubicBezTo>
                    <a:pt x="57572" y="56536"/>
                    <a:pt x="57433" y="56693"/>
                    <a:pt x="57290" y="56845"/>
                  </a:cubicBezTo>
                  <a:cubicBezTo>
                    <a:pt x="57146" y="56998"/>
                    <a:pt x="56998" y="57146"/>
                    <a:pt x="56845" y="57290"/>
                  </a:cubicBezTo>
                  <a:cubicBezTo>
                    <a:pt x="56693" y="57433"/>
                    <a:pt x="56536" y="57572"/>
                    <a:pt x="56374" y="57705"/>
                  </a:cubicBezTo>
                  <a:cubicBezTo>
                    <a:pt x="56213" y="57839"/>
                    <a:pt x="56047" y="57967"/>
                    <a:pt x="55878" y="58090"/>
                  </a:cubicBezTo>
                  <a:cubicBezTo>
                    <a:pt x="55708" y="58213"/>
                    <a:pt x="55535" y="58331"/>
                    <a:pt x="55358" y="58443"/>
                  </a:cubicBezTo>
                  <a:cubicBezTo>
                    <a:pt x="55181" y="58556"/>
                    <a:pt x="55001" y="58662"/>
                    <a:pt x="54818" y="58763"/>
                  </a:cubicBezTo>
                  <a:cubicBezTo>
                    <a:pt x="54634" y="58864"/>
                    <a:pt x="54447" y="58959"/>
                    <a:pt x="54258" y="59048"/>
                  </a:cubicBezTo>
                  <a:cubicBezTo>
                    <a:pt x="54068" y="59137"/>
                    <a:pt x="53876" y="59221"/>
                    <a:pt x="53681" y="59298"/>
                  </a:cubicBezTo>
                  <a:cubicBezTo>
                    <a:pt x="53486" y="59375"/>
                    <a:pt x="53289" y="59446"/>
                    <a:pt x="53090" y="59511"/>
                  </a:cubicBezTo>
                  <a:cubicBezTo>
                    <a:pt x="52891" y="59575"/>
                    <a:pt x="52690" y="59634"/>
                    <a:pt x="52487" y="59686"/>
                  </a:cubicBezTo>
                  <a:cubicBezTo>
                    <a:pt x="52284" y="59738"/>
                    <a:pt x="52080" y="59784"/>
                    <a:pt x="51874" y="59823"/>
                  </a:cubicBezTo>
                  <a:cubicBezTo>
                    <a:pt x="51668" y="59862"/>
                    <a:pt x="51461" y="59895"/>
                    <a:pt x="51253" y="59921"/>
                  </a:cubicBezTo>
                  <a:cubicBezTo>
                    <a:pt x="51046" y="59947"/>
                    <a:pt x="50837" y="59967"/>
                    <a:pt x="50628" y="59980"/>
                  </a:cubicBezTo>
                  <a:cubicBezTo>
                    <a:pt x="50419" y="59993"/>
                    <a:pt x="50209" y="60000"/>
                    <a:pt x="50000" y="60000"/>
                  </a:cubicBezTo>
                  <a:lnTo>
                    <a:pt x="10000" y="60000"/>
                  </a:lnTo>
                  <a:cubicBezTo>
                    <a:pt x="9791" y="60000"/>
                    <a:pt x="9581" y="59993"/>
                    <a:pt x="9372" y="59980"/>
                  </a:cubicBezTo>
                  <a:cubicBezTo>
                    <a:pt x="9163" y="59967"/>
                    <a:pt x="8954" y="59947"/>
                    <a:pt x="8747" y="59921"/>
                  </a:cubicBezTo>
                  <a:cubicBezTo>
                    <a:pt x="8539" y="59895"/>
                    <a:pt x="8332" y="59862"/>
                    <a:pt x="8126" y="59823"/>
                  </a:cubicBezTo>
                  <a:cubicBezTo>
                    <a:pt x="7920" y="59784"/>
                    <a:pt x="7716" y="59738"/>
                    <a:pt x="7513" y="59686"/>
                  </a:cubicBezTo>
                  <a:cubicBezTo>
                    <a:pt x="7310" y="59634"/>
                    <a:pt x="7109" y="59575"/>
                    <a:pt x="6910" y="59511"/>
                  </a:cubicBezTo>
                  <a:cubicBezTo>
                    <a:pt x="6711" y="59446"/>
                    <a:pt x="6514" y="59375"/>
                    <a:pt x="6319" y="59298"/>
                  </a:cubicBezTo>
                  <a:cubicBezTo>
                    <a:pt x="6124" y="59221"/>
                    <a:pt x="5932" y="59137"/>
                    <a:pt x="5742" y="59048"/>
                  </a:cubicBezTo>
                  <a:cubicBezTo>
                    <a:pt x="5553" y="58959"/>
                    <a:pt x="5366" y="58864"/>
                    <a:pt x="5182" y="58763"/>
                  </a:cubicBezTo>
                  <a:cubicBezTo>
                    <a:pt x="4999" y="58662"/>
                    <a:pt x="4819" y="58556"/>
                    <a:pt x="4642" y="58443"/>
                  </a:cubicBezTo>
                  <a:cubicBezTo>
                    <a:pt x="4465" y="58331"/>
                    <a:pt x="4292" y="58213"/>
                    <a:pt x="4122" y="58090"/>
                  </a:cubicBezTo>
                  <a:cubicBezTo>
                    <a:pt x="3953" y="57967"/>
                    <a:pt x="3787" y="57839"/>
                    <a:pt x="3626" y="57705"/>
                  </a:cubicBezTo>
                  <a:cubicBezTo>
                    <a:pt x="3464" y="57572"/>
                    <a:pt x="3307" y="57433"/>
                    <a:pt x="3155" y="57290"/>
                  </a:cubicBezTo>
                  <a:cubicBezTo>
                    <a:pt x="3002" y="57146"/>
                    <a:pt x="2854" y="56998"/>
                    <a:pt x="2710" y="56845"/>
                  </a:cubicBezTo>
                  <a:cubicBezTo>
                    <a:pt x="2567" y="56693"/>
                    <a:pt x="2428" y="56536"/>
                    <a:pt x="2295" y="56374"/>
                  </a:cubicBezTo>
                  <a:cubicBezTo>
                    <a:pt x="2161" y="56213"/>
                    <a:pt x="2033" y="56047"/>
                    <a:pt x="1910" y="55878"/>
                  </a:cubicBezTo>
                  <a:cubicBezTo>
                    <a:pt x="1787" y="55708"/>
                    <a:pt x="1669" y="55535"/>
                    <a:pt x="1557" y="55358"/>
                  </a:cubicBezTo>
                  <a:cubicBezTo>
                    <a:pt x="1444" y="55181"/>
                    <a:pt x="1338" y="55001"/>
                    <a:pt x="1237" y="54818"/>
                  </a:cubicBezTo>
                  <a:cubicBezTo>
                    <a:pt x="1136" y="54634"/>
                    <a:pt x="1041" y="54447"/>
                    <a:pt x="952" y="54258"/>
                  </a:cubicBezTo>
                  <a:cubicBezTo>
                    <a:pt x="863" y="54068"/>
                    <a:pt x="779" y="53876"/>
                    <a:pt x="702" y="53681"/>
                  </a:cubicBezTo>
                  <a:cubicBezTo>
                    <a:pt x="625" y="53486"/>
                    <a:pt x="554" y="53289"/>
                    <a:pt x="489" y="53090"/>
                  </a:cubicBezTo>
                  <a:cubicBezTo>
                    <a:pt x="425" y="52891"/>
                    <a:pt x="366" y="52690"/>
                    <a:pt x="314" y="52487"/>
                  </a:cubicBezTo>
                  <a:cubicBezTo>
                    <a:pt x="262" y="52284"/>
                    <a:pt x="216" y="52080"/>
                    <a:pt x="177" y="51874"/>
                  </a:cubicBezTo>
                  <a:cubicBezTo>
                    <a:pt x="138" y="51668"/>
                    <a:pt x="105" y="51461"/>
                    <a:pt x="79" y="51253"/>
                  </a:cubicBezTo>
                  <a:cubicBezTo>
                    <a:pt x="53" y="51046"/>
                    <a:pt x="33" y="50837"/>
                    <a:pt x="20" y="50628"/>
                  </a:cubicBezTo>
                  <a:cubicBezTo>
                    <a:pt x="7" y="50419"/>
                    <a:pt x="0" y="50209"/>
                    <a:pt x="0" y="50000"/>
                  </a:cubicBez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close/>
                </a:path>
              </a:pathLst>
            </a:custGeom>
            <a:noFill/>
            <a:ln w="148431" cap="rnd">
              <a:solidFill>
                <a:srgbClr val="38314C"/>
              </a:solidFill>
              <a:prstDash val="solid"/>
              <a:round/>
            </a:ln>
          </p:spPr>
        </p:sp>
        <p:sp>
          <p:nvSpPr>
            <p:cNvPr id="40" name="asset-15-lucide-network-part-4"/>
            <p:cNvSpPr/>
            <p:nvPr/>
          </p:nvSpPr>
          <p:spPr>
            <a:xfrm>
              <a:off x="50000" y="120000"/>
              <a:ext cx="140000" cy="40000"/>
            </a:xfrm>
            <a:custGeom>
              <a:avLst/>
              <a:gdLst/>
              <a:ahLst/>
              <a:cxnLst/>
              <a:rect l="0" t="0" r="r" b="b"/>
              <a:pathLst>
                <a:path w="140000" h="40000">
                  <a:moveTo>
                    <a:pt x="0" y="40000"/>
                  </a:moveTo>
                  <a:lnTo>
                    <a:pt x="0" y="10000"/>
                  </a:lnTo>
                  <a:cubicBezTo>
                    <a:pt x="0" y="9791"/>
                    <a:pt x="7" y="9581"/>
                    <a:pt x="20" y="9372"/>
                  </a:cubicBezTo>
                  <a:cubicBezTo>
                    <a:pt x="33" y="9163"/>
                    <a:pt x="53" y="8954"/>
                    <a:pt x="79" y="8747"/>
                  </a:cubicBezTo>
                  <a:cubicBezTo>
                    <a:pt x="105" y="8539"/>
                    <a:pt x="138" y="8332"/>
                    <a:pt x="177" y="8126"/>
                  </a:cubicBezTo>
                  <a:cubicBezTo>
                    <a:pt x="216" y="7920"/>
                    <a:pt x="262" y="7716"/>
                    <a:pt x="314" y="7513"/>
                  </a:cubicBezTo>
                  <a:cubicBezTo>
                    <a:pt x="366" y="7310"/>
                    <a:pt x="425" y="7109"/>
                    <a:pt x="489" y="6910"/>
                  </a:cubicBezTo>
                  <a:cubicBezTo>
                    <a:pt x="554" y="6711"/>
                    <a:pt x="625" y="6514"/>
                    <a:pt x="702" y="6319"/>
                  </a:cubicBezTo>
                  <a:cubicBezTo>
                    <a:pt x="779" y="6124"/>
                    <a:pt x="863" y="5932"/>
                    <a:pt x="952" y="5742"/>
                  </a:cubicBezTo>
                  <a:cubicBezTo>
                    <a:pt x="1041" y="5553"/>
                    <a:pt x="1136" y="5366"/>
                    <a:pt x="1237" y="5182"/>
                  </a:cubicBezTo>
                  <a:cubicBezTo>
                    <a:pt x="1338" y="4999"/>
                    <a:pt x="1444" y="4819"/>
                    <a:pt x="1557" y="4642"/>
                  </a:cubicBezTo>
                  <a:cubicBezTo>
                    <a:pt x="1669" y="4465"/>
                    <a:pt x="1787" y="4292"/>
                    <a:pt x="1910" y="4122"/>
                  </a:cubicBezTo>
                  <a:cubicBezTo>
                    <a:pt x="2033" y="3953"/>
                    <a:pt x="2161" y="3787"/>
                    <a:pt x="2295" y="3626"/>
                  </a:cubicBezTo>
                  <a:cubicBezTo>
                    <a:pt x="2428" y="3464"/>
                    <a:pt x="2567" y="3307"/>
                    <a:pt x="2710" y="3155"/>
                  </a:cubicBezTo>
                  <a:cubicBezTo>
                    <a:pt x="2854" y="3002"/>
                    <a:pt x="3002" y="2854"/>
                    <a:pt x="3155" y="2710"/>
                  </a:cubicBezTo>
                  <a:cubicBezTo>
                    <a:pt x="3307" y="2567"/>
                    <a:pt x="3464" y="2428"/>
                    <a:pt x="3626" y="2295"/>
                  </a:cubicBezTo>
                  <a:cubicBezTo>
                    <a:pt x="3787" y="2161"/>
                    <a:pt x="3953" y="2033"/>
                    <a:pt x="4122" y="1910"/>
                  </a:cubicBezTo>
                  <a:cubicBezTo>
                    <a:pt x="4292" y="1787"/>
                    <a:pt x="4465" y="1669"/>
                    <a:pt x="4642" y="1557"/>
                  </a:cubicBezTo>
                  <a:cubicBezTo>
                    <a:pt x="4819" y="1444"/>
                    <a:pt x="4999" y="1338"/>
                    <a:pt x="5182" y="1237"/>
                  </a:cubicBezTo>
                  <a:cubicBezTo>
                    <a:pt x="5366" y="1136"/>
                    <a:pt x="5553" y="1041"/>
                    <a:pt x="5742" y="952"/>
                  </a:cubicBezTo>
                  <a:cubicBezTo>
                    <a:pt x="5932" y="863"/>
                    <a:pt x="6124" y="779"/>
                    <a:pt x="6319" y="702"/>
                  </a:cubicBezTo>
                  <a:cubicBezTo>
                    <a:pt x="6514" y="625"/>
                    <a:pt x="6711" y="554"/>
                    <a:pt x="6910" y="489"/>
                  </a:cubicBezTo>
                  <a:cubicBezTo>
                    <a:pt x="7109" y="425"/>
                    <a:pt x="7310" y="366"/>
                    <a:pt x="7513" y="314"/>
                  </a:cubicBezTo>
                  <a:cubicBezTo>
                    <a:pt x="7716" y="262"/>
                    <a:pt x="7920" y="216"/>
                    <a:pt x="8126" y="177"/>
                  </a:cubicBezTo>
                  <a:cubicBezTo>
                    <a:pt x="8332" y="138"/>
                    <a:pt x="8539" y="105"/>
                    <a:pt x="8747" y="79"/>
                  </a:cubicBezTo>
                  <a:cubicBezTo>
                    <a:pt x="8954" y="53"/>
                    <a:pt x="9163" y="33"/>
                    <a:pt x="9372" y="20"/>
                  </a:cubicBezTo>
                  <a:cubicBezTo>
                    <a:pt x="9581" y="7"/>
                    <a:pt x="9791" y="0"/>
                    <a:pt x="10000" y="0"/>
                  </a:cubicBezTo>
                  <a:lnTo>
                    <a:pt x="130000" y="0"/>
                  </a:lnTo>
                  <a:cubicBezTo>
                    <a:pt x="130209" y="0"/>
                    <a:pt x="130419" y="7"/>
                    <a:pt x="130628" y="20"/>
                  </a:cubicBezTo>
                  <a:cubicBezTo>
                    <a:pt x="130837" y="33"/>
                    <a:pt x="131046" y="53"/>
                    <a:pt x="131253" y="79"/>
                  </a:cubicBezTo>
                  <a:cubicBezTo>
                    <a:pt x="131461" y="105"/>
                    <a:pt x="131668" y="138"/>
                    <a:pt x="131874" y="177"/>
                  </a:cubicBezTo>
                  <a:cubicBezTo>
                    <a:pt x="132080" y="216"/>
                    <a:pt x="132284" y="262"/>
                    <a:pt x="132487" y="314"/>
                  </a:cubicBezTo>
                  <a:cubicBezTo>
                    <a:pt x="132690" y="366"/>
                    <a:pt x="132891" y="425"/>
                    <a:pt x="133090" y="489"/>
                  </a:cubicBezTo>
                  <a:cubicBezTo>
                    <a:pt x="133289" y="554"/>
                    <a:pt x="133486" y="625"/>
                    <a:pt x="133681" y="702"/>
                  </a:cubicBezTo>
                  <a:cubicBezTo>
                    <a:pt x="133876" y="779"/>
                    <a:pt x="134068" y="863"/>
                    <a:pt x="134258" y="952"/>
                  </a:cubicBezTo>
                  <a:cubicBezTo>
                    <a:pt x="134447" y="1041"/>
                    <a:pt x="134634" y="1136"/>
                    <a:pt x="134818" y="1237"/>
                  </a:cubicBezTo>
                  <a:cubicBezTo>
                    <a:pt x="135001" y="1338"/>
                    <a:pt x="135181" y="1444"/>
                    <a:pt x="135358" y="1557"/>
                  </a:cubicBezTo>
                  <a:cubicBezTo>
                    <a:pt x="135535" y="1669"/>
                    <a:pt x="135708" y="1787"/>
                    <a:pt x="135878" y="1910"/>
                  </a:cubicBezTo>
                  <a:cubicBezTo>
                    <a:pt x="136047" y="2033"/>
                    <a:pt x="136213" y="2161"/>
                    <a:pt x="136374" y="2295"/>
                  </a:cubicBezTo>
                  <a:cubicBezTo>
                    <a:pt x="136536" y="2428"/>
                    <a:pt x="136693" y="2567"/>
                    <a:pt x="136845" y="2710"/>
                  </a:cubicBezTo>
                  <a:cubicBezTo>
                    <a:pt x="136998" y="2854"/>
                    <a:pt x="137146" y="3002"/>
                    <a:pt x="137290" y="3155"/>
                  </a:cubicBezTo>
                  <a:cubicBezTo>
                    <a:pt x="137433" y="3307"/>
                    <a:pt x="137572" y="3464"/>
                    <a:pt x="137705" y="3626"/>
                  </a:cubicBezTo>
                  <a:cubicBezTo>
                    <a:pt x="137839" y="3787"/>
                    <a:pt x="137967" y="3953"/>
                    <a:pt x="138090" y="4122"/>
                  </a:cubicBezTo>
                  <a:cubicBezTo>
                    <a:pt x="138213" y="4292"/>
                    <a:pt x="138331" y="4465"/>
                    <a:pt x="138443" y="4642"/>
                  </a:cubicBezTo>
                  <a:cubicBezTo>
                    <a:pt x="138556" y="4819"/>
                    <a:pt x="138662" y="4999"/>
                    <a:pt x="138763" y="5182"/>
                  </a:cubicBezTo>
                  <a:cubicBezTo>
                    <a:pt x="138864" y="5366"/>
                    <a:pt x="138959" y="5553"/>
                    <a:pt x="139048" y="5742"/>
                  </a:cubicBezTo>
                  <a:cubicBezTo>
                    <a:pt x="139137" y="5932"/>
                    <a:pt x="139221" y="6124"/>
                    <a:pt x="139298" y="6319"/>
                  </a:cubicBezTo>
                  <a:cubicBezTo>
                    <a:pt x="139375" y="6514"/>
                    <a:pt x="139446" y="6711"/>
                    <a:pt x="139511" y="6910"/>
                  </a:cubicBezTo>
                  <a:cubicBezTo>
                    <a:pt x="139575" y="7109"/>
                    <a:pt x="139634" y="7310"/>
                    <a:pt x="139686" y="7513"/>
                  </a:cubicBezTo>
                  <a:cubicBezTo>
                    <a:pt x="139738" y="7716"/>
                    <a:pt x="139784" y="7920"/>
                    <a:pt x="139823" y="8126"/>
                  </a:cubicBezTo>
                  <a:cubicBezTo>
                    <a:pt x="139862" y="8332"/>
                    <a:pt x="139895" y="8539"/>
                    <a:pt x="139921" y="8747"/>
                  </a:cubicBezTo>
                  <a:cubicBezTo>
                    <a:pt x="139947" y="8954"/>
                    <a:pt x="139967" y="9163"/>
                    <a:pt x="139980" y="9372"/>
                  </a:cubicBezTo>
                  <a:cubicBezTo>
                    <a:pt x="139993" y="9581"/>
                    <a:pt x="140000" y="9791"/>
                    <a:pt x="140000" y="10000"/>
                  </a:cubicBezTo>
                  <a:lnTo>
                    <a:pt x="140000" y="40000"/>
                  </a:lnTo>
                </a:path>
              </a:pathLst>
            </a:custGeom>
            <a:noFill/>
            <a:ln w="148431" cap="rnd">
              <a:solidFill>
                <a:srgbClr val="38314C"/>
              </a:solidFill>
              <a:prstDash val="solid"/>
              <a:round/>
            </a:ln>
          </p:spPr>
        </p:sp>
        <p:sp>
          <p:nvSpPr>
            <p:cNvPr id="41" name="asset-15-lucide-network-part-5"/>
            <p:cNvSpPr/>
            <p:nvPr/>
          </p:nvSpPr>
          <p:spPr>
            <a:xfrm>
              <a:off x="120000" y="80000"/>
              <a:ext cx="10" cy="40000"/>
            </a:xfrm>
            <a:custGeom>
              <a:avLst/>
              <a:gdLst/>
              <a:ahLst/>
              <a:cxnLst/>
              <a:rect l="0" t="0" r="r" b="b"/>
              <a:pathLst>
                <a:path w="10" h="40000">
                  <a:moveTo>
                    <a:pt x="0" y="40000"/>
                  </a:moveTo>
                  <a:lnTo>
                    <a:pt x="0" y="0"/>
                  </a:lnTo>
                </a:path>
              </a:pathLst>
            </a:custGeom>
            <a:noFill/>
            <a:ln w="148431" cap="rnd">
              <a:solidFill>
                <a:srgbClr val="38314C"/>
              </a:solidFill>
              <a:prstDash val="solid"/>
              <a:round/>
            </a:ln>
          </p:spPr>
        </p:sp>
      </p:grpSp>
      <p:sp>
        <p:nvSpPr>
          <p:cNvPr id="21" name="TextBox 20"/>
          <p:cNvSpPr txBox="1"/>
          <p:nvPr/>
        </p:nvSpPr>
        <p:spPr>
          <a:xfrm>
            <a:off x="8077200" y="4991100"/>
            <a:ext cx="3581400" cy="714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5" b="1">
                <a:solidFill>
                  <a:srgbClr val="9E3F4C"/>
                </a:solidFill>
                <a:latin typeface="Noto Sans CJK SC"/>
              </a:defRPr>
            </a:pPr>
            <a:r>
              <a:t>仅表示分析目标与关系结构</a:t>
            </a:r>
          </a:p>
          <a:p>
            <a:pPr>
              <a:defRPr sz="1575" b="1">
                <a:solidFill>
                  <a:srgbClr val="9E3F4C"/>
                </a:solidFill>
                <a:latin typeface="Noto Sans CJK SC"/>
              </a:defRPr>
            </a:pPr>
            <a:r>
              <a:t>不暗示已确认的个体数量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ScholarFlow contributors</cp:lastModifiedBy>
  <cp:revision>1</cp:revision>
  <dcterms:created xsi:type="dcterms:W3CDTF">2013-01-27T09:14:16Z</dcterms:created>
  <dcterms:modified xsi:type="dcterms:W3CDTF">2013-01-27T09:15:58Z</dcterms:modified>
  <cp:category/>
</cp:coreProperties>
</file>