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52400"/>
            <a:ext cx="11582400" cy="482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73D67"/>
                </a:solidFill>
                <a:latin typeface="Noto Sans CJK SC"/>
              </a:defRPr>
            </a:pPr>
            <a:r>
              <a:t>原生素材编辑验收 /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bioicons/simple_cell1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479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bioicons/ssDNA-single-stranded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911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lucide/backpack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lucide/battery-charging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774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lucide/battery-full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lucide/binoculars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479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lucide/camera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11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lucide/cloud-fog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lucide/cloud-rain-wind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74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lucide/compass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8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lucide/drafting-compass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79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lucide/fence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11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lucide/flashlight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42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lucide/footprints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774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lucide/land-plot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8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lucide/locate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4795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lucide/locate-fixed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911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425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lucide/map-minus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774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lucide/map-pin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52400"/>
            <a:ext cx="11582400" cy="482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73D67"/>
                </a:solidFill>
                <a:latin typeface="Noto Sans CJK SC"/>
              </a:defRPr>
            </a:pPr>
            <a:r>
              <a:t>原生素材编辑验收 /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lucide/map-pin-check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479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lucide/map-pin-check-inside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911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lucide/map-pin-pen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lucide/map-pin-plus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774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lucide/map-pin-search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lucide/map-pin-x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479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lucide/map-pinned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11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lucide/map-plus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lucide/mountain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74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lucide/mountain-snow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8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lucide/navigation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79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lucide/navigation-2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11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lucide/notebook-pen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42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lucide/pencil-ruler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774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lucide/radar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8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lucide/radio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4795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lucide/radio-receiver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911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lucide/ruler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425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lucide/satellite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774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lucide/satellite-dish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52400"/>
            <a:ext cx="11582400" cy="482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73D67"/>
                </a:solidFill>
                <a:latin typeface="Noto Sans CJK SC"/>
              </a:defRPr>
            </a:pPr>
            <a:r>
              <a:t>原生素材编辑验收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lucide/signpost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479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lucide/signpost-big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911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lucide/tent-tree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774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lucide/tree-palm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maki/bridge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479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maki/campsite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11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maki/drinking-water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maki/entrance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74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maki/fence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8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maki/information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79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maki/marker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11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maki/marker-stroked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42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maki/mountain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774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maki/observation-tower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8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maki/park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4795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maki/park-alt1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911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maki/picnic-site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425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maki/ranger-station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774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maki/shelter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52400"/>
            <a:ext cx="11582400" cy="482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73D67"/>
                </a:solidFill>
                <a:latin typeface="Noto Sans CJK SC"/>
              </a:defRPr>
            </a:pPr>
            <a:r>
              <a:t>原生素材编辑验收 /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maki/viewpoint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479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maki/volcano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911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maki/water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maki/waterfall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774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maki/wetland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noto/emoji_u1f392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479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noto/emoji_u1f3d4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11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noto/emoji_u1f3d6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noto/emoji_u1f3dd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74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noto/emoji_u1f3e0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8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noto/emoji_u1f4cc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79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noto/emoji_u1f4cd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11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noto/emoji_u1f4f7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42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noto/emoji_u1f4fb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774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noto/emoji_u1f681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8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noto/emoji_u1f699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4795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noto/emoji_u1f6a4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911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noto/emoji_u1f6b2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425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noto/emoji_u1f6f0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774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noto/emoji_u1f97e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52400"/>
            <a:ext cx="11582400" cy="482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73D67"/>
                </a:solidFill>
                <a:latin typeface="Noto Sans CJK SC"/>
              </a:defRPr>
            </a:pPr>
            <a:r>
              <a:t>原生素材编辑验收 /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noto/emoji_u1f9e4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479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noto/emoji_u1f9e5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911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noto/emoji_u1f9ed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noto/emoji_u1f9f0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774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noto/emoji_u1fa9d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tabler/binoculars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479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tabler/camera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11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tabler/map-pin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tabler/mountain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74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temaki/benchmark_disk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8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temaki/binoculars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79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temaki/campfire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11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temaki/cliff_falling_rocks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42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temaki/compass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774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temaki/fishing_pier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8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temaki/grass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4795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temaki/hunting_blind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911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temaki/island_trees_building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425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temaki/islet_tree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774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temaki/mountain_range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52400"/>
            <a:ext cx="11582400" cy="482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73D67"/>
                </a:solidFill>
                <a:latin typeface="Noto Sans CJK SC"/>
              </a:defRPr>
            </a:pPr>
            <a:r>
              <a:t>原生素材编辑验收 /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temaki/os_benchmark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479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temaki/picnic_shelter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911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temaki/rope_fence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temaki/security_camera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774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temaki/sleep_shelter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temaki/tree_broadleaved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479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temaki/tree_needleleaved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11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temaki/tree_row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temaki/tree_stump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74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temaki/water_bottle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8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temaki/water_tap_drinkable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79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bioicons/microscope-cartoon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11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bioicons/round-bottomed-flask-cartoon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42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lucide/atom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774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lucide/beaker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8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lucide/biohazard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4795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lucide/clipboard-check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911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lucide/dna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425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lucide/droplet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774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lucide/flask-conical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52400"/>
            <a:ext cx="11582400" cy="482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73D67"/>
                </a:solidFill>
                <a:latin typeface="Noto Sans CJK SC"/>
              </a:defRPr>
            </a:pPr>
            <a:r>
              <a:t>原生素材编辑验收 /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lucide/flask-round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479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lucide/magnet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911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lucide/microscope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lucide/pipette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774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lucide/radiation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479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lucide/scan-eye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11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lucide/scan-line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lucide/test-tube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74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lucide/test-tubes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8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lucide/thermometer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79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lucide/timer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11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noto/emoji_u1f321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42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noto/emoji_u1f52c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774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noto/emoji_u1f9ec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8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noto/emoji_u2696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4795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tabler/atom-2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911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tabler/droplet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425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tabler/flask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774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tabler/flask-2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52400"/>
            <a:ext cx="11582400" cy="482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73D67"/>
                </a:solidFill>
                <a:latin typeface="Noto Sans CJK SC"/>
              </a:defRPr>
            </a:pPr>
            <a:r>
              <a:t>原生素材编辑验收 /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tabler/microscope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479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tabler/test-pipe-2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911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lucide/activity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lucide/boxes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774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lucide/calculator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lucide/chart-area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479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lucide/chart-bar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11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lucide/chart-candlestick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lucide/chart-column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74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lucide/chart-line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8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lucide/chart-no-axes-column-increasing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79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lucide/chart-no-axes-combined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11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lucide/chart-pie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42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lucide/chart-scatter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774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lucide/chart-spline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8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4795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lucide/funnel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911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lucide/percent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425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lucide/sigma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774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lucide/sliders-horizontal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52400"/>
            <a:ext cx="11582400" cy="482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73D67"/>
                </a:solidFill>
                <a:latin typeface="Noto Sans CJK SC"/>
              </a:defRPr>
            </a:pPr>
            <a:r>
              <a:t>原生素材编辑验收 /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479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lucide/table-2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911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tabler/chart-area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tabler/chart-area-line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774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tabler/chart-donut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tabler/chart-dots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479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tabler/chart-funnel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11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tabler/chart-pie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tabler/clipboard-data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74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8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tabler/filter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79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lucide/book-open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11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lucide/book-open-check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42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lucide/file-chart-column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774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lucide/file-search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8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lucide/file-text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4795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lucide/files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911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lucide/folder-open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425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lucide/languages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774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lucide/notebook-text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52400"/>
            <a:ext cx="11582400" cy="482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73D67"/>
                </a:solidFill>
                <a:latin typeface="Noto Sans CJK SC"/>
              </a:defRPr>
            </a:pPr>
            <a:r>
              <a:t>原生素材编辑验收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479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lucide/quote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911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noto/emoji_u1f4a1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774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noto/emoji_u1f4c8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noto/emoji_u1f4ca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479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noto/emoji_u1f4cb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11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tabler/file-text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74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lucide/alarm-clock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8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lucide/calendar-check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79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lucide/calendar-clock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11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lucide/calendar-days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42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lucide/calendar-range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774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lucide/clipboard-list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8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lucide/clock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4795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lucide/clock-3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911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lucide/hourglass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425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lucide/list-ordered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774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lucide/list-todo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52400"/>
            <a:ext cx="11582400" cy="482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73D67"/>
                </a:solidFill>
                <a:latin typeface="Noto Sans CJK SC"/>
              </a:defRPr>
            </a:pPr>
            <a:r>
              <a:t>原生素材编辑验收 /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lucide/timer-reset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479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tabler/calendar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911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tabler/calendar-event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tabler/clipboard-list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774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lucide/arrow-left-right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lucide/arrow-right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479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lucide/combine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11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lucide/component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lucide/flag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74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lucide/git-branch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8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lucide/goal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79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lucide/merge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11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lucide/milestone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42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lucide/network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774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lucide/refresh-cw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8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lucide/repeat-2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4795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lucide/route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911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lucide/shuffle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425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lucide/split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774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lucide/target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52400"/>
            <a:ext cx="11582400" cy="482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73D67"/>
                </a:solidFill>
                <a:latin typeface="Noto Sans CJK SC"/>
              </a:defRPr>
            </a:pPr>
            <a:r>
              <a:t>原生素材编辑验收 /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lucide/waypoints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479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911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tabler/affiliate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tabler/arrow-big-right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774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tabler/binary-tree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tabler/bulb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479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tabler/puzzle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11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tabler/settings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lucide/battery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74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lucide/cloud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8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lucide/cloud-lightning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79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lucide/cloud-rain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11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lucide/cloud-sun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42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lucide/droplets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774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lucide/earth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8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lucide/flame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4795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lucide/gauge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911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lucide/globe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425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lucide/house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774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lucide/plug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52400"/>
            <a:ext cx="11582400" cy="482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73D67"/>
                </a:solidFill>
                <a:latin typeface="Noto Sans CJK SC"/>
              </a:defRPr>
            </a:pPr>
            <a:r>
              <a:t>原生素材编辑验收 /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lucide/snowflake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479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lucide/sun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911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lucide/thermometer-snowflake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lucide/thermometer-sun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774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lucide/utility-pole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lucide/waves-horizontal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479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lucide/wind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11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lucide/zap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noto/emoji_u1f324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74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noto/emoji_u1f327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8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noto/emoji_u1f4a7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79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noto/emoji_u1f50b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11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noto/emoji_u2600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42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noto/emoji_u2744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774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tabler/battery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8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tabler/bolt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4795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tabler/cloud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911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tabler/sun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425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bioicons/Alpaca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774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bioicons/DicotSeedling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52400"/>
            <a:ext cx="11582400" cy="482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73D67"/>
                </a:solidFill>
                <a:latin typeface="Noto Sans CJK SC"/>
              </a:defRPr>
            </a:pPr>
            <a:r>
              <a:t>原生素材编辑验收 /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bioicons/Lemna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479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bioicons/Macaque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911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bioicons/Mouse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lucide/bird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774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lucide/bug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lucide/clover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479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lucide/egg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11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lucide/fish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lucide/flower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74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lucide/flower-2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8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lucide/leaf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79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lucide/paw-print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11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lucide/rabbit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42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lucide/rat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774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lucide/shell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8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lucide/shrimp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4795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lucide/snail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911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lucide/sprout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425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lucide/tree-deciduous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774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lucide/tree-pine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52400"/>
            <a:ext cx="11582400" cy="482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73D67"/>
                </a:solidFill>
                <a:latin typeface="Noto Sans CJK SC"/>
              </a:defRPr>
            </a:pPr>
            <a:r>
              <a:t>原生素材编辑验收 /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lucide/trees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479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lucide/turtle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911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lucide/worm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noto/emoji_u1f331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774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noto/emoji_u1f332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noto/emoji_u1f333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479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noto/emoji_u1f33a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11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noto/emoji_u1f33b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noto/emoji_u1f33e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74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noto/emoji_u1f33f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8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noto/emoji_u1f342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79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noto/emoji_u1f343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11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noto/emoji_u1f344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42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noto/emoji_u1f400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774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noto/emoji_u1f407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8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noto/emoji_u1f418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4795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noto/emoji_u1f41c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911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noto/emoji_u1f41d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425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noto/emoji_u1f41e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774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noto/emoji_u1f422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52400"/>
            <a:ext cx="11582400" cy="482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73D67"/>
                </a:solidFill>
                <a:latin typeface="Noto Sans CJK SC"/>
              </a:defRPr>
            </a:pPr>
            <a:r>
              <a:t>原生素材编辑验收 /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noto/emoji_u1f426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479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noto/emoji_u1f43a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911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noto/emoji_u1f43e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noto/emoji_u1f43f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774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noto/emoji_u1f98a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noto/emoji_u1f98c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479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tabler/butterfly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11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tabler/flower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tabler/leaf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74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tabler/paw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8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lucide/badge-check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79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lucide/binary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11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lucide/git-compare-arrows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42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lucide/refrigerator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774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lucide/scan-barcode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8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lucide/tags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4795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noto/emoji_u1f4be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911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noto/emoji_u1f9f4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425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lucide/check-check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77400" y="62103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lucide/circle-alert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4800" y="152400"/>
            <a:ext cx="11582400" cy="482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73D67"/>
                </a:solidFill>
                <a:latin typeface="Noto Sans CJK SC"/>
              </a:defRPr>
            </a:pPr>
            <a:r>
              <a:t>原生素材编辑验收 /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lucide/circle-check-big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479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lucide/eye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911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lucide/fingerprint-pattern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lucide/list-checks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77400" y="18097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lucide/lock-keyhole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lucide/scan-search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479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lucide/shield-check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11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lucide/triangle-alert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lucide/zoom-in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7400" y="327660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tabler/circle-check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80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tabler/clipboard-check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7950" y="4743450"/>
            <a:ext cx="2238375" cy="333375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75">
                <a:solidFill>
                  <a:srgbClr val="173D67"/>
                </a:solidFill>
                <a:latin typeface="Noto Sans CJK SC"/>
              </a:defRPr>
            </a:pPr>
            <a:r>
              <a:t>tabler/shield-check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cp:lastModifiedBy>ScholarFlow contributors</cp:lastModifiedBy>
  <cp:revision>1</cp:revision>
  <dcterms:created xsi:type="dcterms:W3CDTF">2013-01-27T09:14:16Z</dcterms:created>
  <dcterms:modified xsi:type="dcterms:W3CDTF">2013-01-27T09:15:58Z</dcterms:modified>
  <cp:category/>
</cp:coreProperties>
</file>